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EDUCACIÓN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229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200" b="1">
                <a:solidFill>
                  <a:srgbClr val="FFFFFF"/>
                </a:solidFill>
                <a:latin typeface="Bricolage Grotesque"/>
              </a:rPr>
              <a:t>La proteína más barata del súper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632962"/>
            <a:ext cx="6675120" cy="23563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FFFFFF"/>
                </a:solidFill>
                <a:latin typeface="Hanken Grotesk"/>
              </a:rPr>
              <a:t>Cada huevo trae ~6–7 g de proteína completa, por mucho menos que un batido o un trozo de carne. Pre o post entreno, cumple.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550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Bricolage Grotesque"/>
              </a:rPr>
              <a:t>Comparte con tu compañero de gym 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