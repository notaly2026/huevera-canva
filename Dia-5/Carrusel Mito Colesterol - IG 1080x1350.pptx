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MITO VS. REALIDAD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El mito del colesterol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51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¿Cuántos huevos puedo comer?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MITO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50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74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Por años se culpó al huevo por el colesterol.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8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“No comas tantos a la semana”, decían.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REALIDAD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6611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23311"/>
            <a:ext cx="6675120" cy="330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4181F"/>
                </a:solidFill>
                <a:latin typeface="Bricolage Grotesque"/>
              </a:rPr>
              <a:t>El colesterol de los alimentos afecta mucho menos al de la sangre de lo que se creía.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ENTONCES…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0736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64561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Para la mayoría sana, un huevo al día cabe en una dieta equilibrada.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9091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¿Tienes alguna condición? Guíate por tu médico.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63550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40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979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¿Cuántos comes tú?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Comenta 👇 y pide los tuyos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