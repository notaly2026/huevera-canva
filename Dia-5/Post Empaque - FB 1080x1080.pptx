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mpaque_r8229600x4526280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4526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98348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EMPAQUE SEGURO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23560"/>
            <a:ext cx="6675120" cy="2007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Bricolage Grotesque"/>
              </a:rPr>
              <a:t>¿Cómo llega tu caja sin un huevo quebrado?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