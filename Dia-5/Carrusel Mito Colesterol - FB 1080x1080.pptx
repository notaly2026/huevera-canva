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MITO VS. REALIDAD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64411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21611"/>
            <a:ext cx="6675120" cy="3054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4181F"/>
                </a:solidFill>
                <a:latin typeface="Bricolage Grotesque"/>
              </a:rPr>
              <a:t>El mito del colesterol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276469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¿Cuántos huevos puedo comer?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72237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14181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26415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EL MITO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21536"/>
            <a:ext cx="1371600" cy="146304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78736"/>
            <a:ext cx="6675120" cy="334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Bricolage Grotesque"/>
              </a:rPr>
              <a:t>Por años se culpó al huevo por el colesterol.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193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Hanken Grotesk"/>
              </a:rPr>
              <a:t>“No comas tantos a la semana”, decían.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7670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LA REALIDAD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37411"/>
            <a:ext cx="1371600" cy="146304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94611"/>
            <a:ext cx="6675120" cy="3308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4181F"/>
                </a:solidFill>
                <a:latin typeface="Bricolage Grotesque"/>
              </a:rPr>
              <a:t>El colesterol de los alimentos afecta mucho menos al de la sangre de lo que se creía.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51561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ENTONCES…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78661"/>
            <a:ext cx="1371600" cy="146304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35861"/>
            <a:ext cx="6675120" cy="3626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Bricolage Grotesque"/>
              </a:rPr>
              <a:t>Para la mayoría sana, un huevo al día cabe en una dieta equilibrada.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64302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Hanken Grotesk"/>
              </a:rPr>
              <a:t>¿Tienes alguna condición? Guíate por tu médico.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63550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TÚ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812036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69236"/>
            <a:ext cx="6675120" cy="2959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14181F"/>
                </a:solidFill>
                <a:latin typeface="Bricolage Grotesque"/>
              </a:rPr>
              <a:t>¿Cuántos comes tú?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1"/>
            <a:ext cx="6675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1F"/>
                </a:solidFill>
                <a:latin typeface="Bricolage Grotesque"/>
              </a:rPr>
              <a:t>Comenta 👇 y pide los tuyos en huevera.cl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