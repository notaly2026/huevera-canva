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28741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MITO VS. REALIDAD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99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0" b="1">
                <a:solidFill>
                  <a:srgbClr val="14181F"/>
                </a:solidFill>
                <a:latin typeface="Bricolage Grotesque"/>
              </a:rPr>
              <a:t>El mito del colesterol 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¿Cuántos huevos puedo comer?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EL 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Por años se culpó al huevo por el colesterol.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792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"No comas tantos a la semana", decían.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43456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LA REALIDAD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83536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El colesterol de los alimentos afecta mucho menos al de la sangre de lo que se creía.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ENTONCES…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Para la mayoría de personas sanas, un huevo al día cabe en una dieta equilibrada.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84928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¿Tienes alguna condición? Guíate por tu médico.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036722" y="-2936847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6691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26361"/>
            <a:ext cx="6675120" cy="32453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14181F"/>
                </a:solidFill>
                <a:latin typeface="Bricolage Grotesque"/>
              </a:rPr>
              <a:t>¿Cuántos comes tú?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71718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Comenta 👇 y pide los tuyos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