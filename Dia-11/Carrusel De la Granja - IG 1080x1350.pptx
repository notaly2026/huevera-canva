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FRESCURA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459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16936"/>
            <a:ext cx="6675120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De la granja a tu casa: el viaje de un huevo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638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Frescura que se nota.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La gallina pone.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4832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Todo parte en la granja.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Se recolecta y revisa.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7857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Frescos, sin trizaduras.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Embalaje que cuida.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87857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Para que lleguen enteros.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Despacho directo.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4832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Sin semanas en bodega.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PASO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Fresco a tu mesa.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48323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Listos para cocinar.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COMPARTE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8883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455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Guarda y comparte este viaje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0991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Así de fresco llega tu huevo.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