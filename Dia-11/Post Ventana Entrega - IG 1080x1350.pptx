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DESPACHO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72361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29561"/>
            <a:ext cx="6675120" cy="489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Tu pedido llega
entre 10 y 19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1031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Pide antes de las 8:30 y te llega el mismo día. Te avisamos cuando va en camino.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Pide en huevera.cl 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