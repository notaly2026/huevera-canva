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2296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7240" y="777240"/>
            <a:ext cx="1389888" cy="373380"/>
          </a:xfrm>
          <a:prstGeom prst="roundRect">
            <a:avLst>
              <a:gd name="adj" fmla="val 50000"/>
            </a:avLst>
          </a:prstGeom>
          <a:solidFill>
            <a:srgbClr val="F5C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14181F"/>
                </a:solidFill>
                <a:latin typeface="Bricolage Grotesque"/>
              </a:rPr>
              <a:t>DESPACHO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F5C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737360"/>
            <a:ext cx="6675120" cy="48963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800" b="1">
                <a:solidFill>
                  <a:srgbClr val="14181F"/>
                </a:solidFill>
                <a:latin typeface="Bricolage Grotesque"/>
              </a:rPr>
              <a:t>Tu pedido llega
entre 10 y 19 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4045712"/>
            <a:ext cx="6675120" cy="1943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0">
                <a:solidFill>
                  <a:srgbClr val="14181F"/>
                </a:solidFill>
                <a:latin typeface="Hanken Grotesk"/>
              </a:rPr>
              <a:t>Pide antes de las 8:30 y te llega el mismo día. Te avisamos cuando va en camino.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355081"/>
            <a:ext cx="66751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14181F"/>
                </a:solidFill>
                <a:latin typeface="Bricolage Grotesque"/>
              </a:rPr>
              <a:t>Pide en huevera.cl 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72694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5C13F"/>
                </a:solidFill>
                <a:latin typeface="Bricolage Grotesque"/>
              </a:rPr>
              <a:t>●  </a:t>
            </a:r>
            <a:r>
              <a:rPr sz="1800" b="1">
                <a:solidFill>
                  <a:srgbClr val="14181F"/>
                </a:solidFill>
                <a:latin typeface="Bricolage Grotesque"/>
              </a:rPr>
              <a:t>Huevera   @huevera.cl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