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FRESCURA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310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88236"/>
            <a:ext cx="6675120" cy="3721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14181F"/>
                </a:solidFill>
                <a:latin typeface="Bricolage Grotesque"/>
              </a:rPr>
              <a:t>De la granja a tu casa: el viaje de un huevo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098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Frescura que se nota.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72237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14181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PASO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F5C13F"/>
                </a:solidFill>
                <a:latin typeface="Bricolage Grotesque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938015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395215"/>
            <a:ext cx="6675120" cy="1753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Bricolage Grotesque"/>
              </a:rPr>
              <a:t>La gallina pone.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148323"/>
            <a:ext cx="6675120" cy="899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Todo parte en la granja.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PASO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F5C13F"/>
                </a:solidFill>
                <a:latin typeface="Bricolage Grotesque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938015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395215"/>
            <a:ext cx="6675120" cy="2483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14181F"/>
                </a:solidFill>
                <a:latin typeface="Bricolage Grotesque"/>
              </a:rPr>
              <a:t>Se recolecta y revisa.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878573"/>
            <a:ext cx="6675120" cy="899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14181F"/>
                </a:solidFill>
                <a:latin typeface="Hanken Grotesk"/>
              </a:rPr>
              <a:t>Frescos, sin trizaduras.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PASO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F5C13F"/>
                </a:solidFill>
                <a:latin typeface="Bricolage Grotesque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938015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395215"/>
            <a:ext cx="6675120" cy="2483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Bricolage Grotesque"/>
              </a:rPr>
              <a:t>Embalaje que cuida.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878573"/>
            <a:ext cx="6675120" cy="899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Para que lleguen enteros.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PASO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F5C13F"/>
                </a:solidFill>
                <a:latin typeface="Bricolage Grotesque"/>
              </a:rPr>
              <a:t>4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938015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395215"/>
            <a:ext cx="6675120" cy="1753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14181F"/>
                </a:solidFill>
                <a:latin typeface="Bricolage Grotesque"/>
              </a:rPr>
              <a:t>Despacho directo.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148323"/>
            <a:ext cx="6675120" cy="899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14181F"/>
                </a:solidFill>
                <a:latin typeface="Hanken Grotesk"/>
              </a:rPr>
              <a:t>Sin semanas en bodega.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PASO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F5C13F"/>
                </a:solidFill>
                <a:latin typeface="Bricolage Grotesque"/>
              </a:rP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938015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395215"/>
            <a:ext cx="6675120" cy="1753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Bricolage Grotesque"/>
              </a:rPr>
              <a:t>Fresco a tu mesa.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148323"/>
            <a:ext cx="6675120" cy="899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Listos para cocinar.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COMPARTE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859661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16861"/>
            <a:ext cx="6675120" cy="2864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14181F"/>
                </a:solidFill>
                <a:latin typeface="Bricolage Grotesque"/>
              </a:rPr>
              <a:t>Guarda y comparte este viaje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181219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Así de fresco llega tu huevo.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