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NADIE: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 huevo a las 3 AM cuando te da hambre 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