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194560"/>
            <a:ext cx="7315200" cy="73152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1_superblanco_r6729984x548640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16" y="0"/>
            <a:ext cx="6729984" cy="5486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08976" y="0"/>
            <a:ext cx="2194560" cy="548640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6665976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C13F"/>
                </a:solidFill>
                <a:latin typeface="Bricolage Grotesque"/>
              </a:rPr>
              <a:t>Huevos frescos,</a:t>
            </a:r>
            <a:r>
              <a:rPr sz="2800" b="1">
                <a:solidFill>
                  <a:srgbClr val="FFFFFF"/>
                </a:solidFill>
                <a:latin typeface="Bricolage Grotesque"/>
              </a:rPr>
              <a:t> directo a tu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3428"/>
            <a:ext cx="6665976" cy="1062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CFD3DA"/>
                </a:solidFill>
                <a:latin typeface="Hanken Grotesk"/>
              </a:rPr>
              <a:t>Despacho en la RM · tu 1er pedido va gratis.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83864"/>
            <a:ext cx="514350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83864"/>
            <a:ext cx="51435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Lo quiero · Pago al recibir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3483864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5060" y="3483864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666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★ 4,9 · 2.100+ pedidos · Despacho 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194560"/>
            <a:ext cx="7315200" cy="73152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4_generica_r6729984x548640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16" y="0"/>
            <a:ext cx="6729984" cy="5486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08976" y="0"/>
            <a:ext cx="2194560" cy="548640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6665976" cy="1424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Bricolage Grotesque"/>
              </a:rPr>
              <a:t>Pide antes de 8:30 y te llega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43428"/>
            <a:ext cx="6665976" cy="1062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CFD3DA"/>
                </a:solidFill>
                <a:latin typeface="Hanken Grotesk"/>
              </a:rPr>
              <a:t>Pedidos antes de las 8:30 se despachan hoy mismo.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83864"/>
            <a:ext cx="290322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83864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4780" y="3483864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4780" y="3483864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666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★ 4,9 · 2.100+ pedidos · Paga al recibir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194560"/>
            <a:ext cx="7315200" cy="7315200"/>
          </a:xfrm>
          <a:prstGeom prst="ellipse">
            <a:avLst/>
          </a:prstGeom>
          <a:solidFill>
            <a:srgbClr val="F5C13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3_color180_r6729984x548640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16" y="0"/>
            <a:ext cx="6729984" cy="5486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08976" y="0"/>
            <a:ext cx="2194560" cy="5486400"/>
          </a:xfrm>
          <a:prstGeom prst="rect">
            <a:avLst/>
          </a:prstGeom>
          <a:gradFill>
            <a:gsLst>
              <a:gs pos="0">
                <a:srgbClr val="14181F">
                  <a:alpha val="98000"/>
                </a:srgbClr>
              </a:gs>
              <a:gs pos="100000">
                <a:srgbClr val="14181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-mon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1920240" cy="4412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6665976" cy="98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C13F"/>
                </a:solidFill>
                <a:latin typeface="Bricolage Grotesque"/>
              </a:rPr>
              <a:t>Ganan los dos</a:t>
            </a:r>
            <a:r>
              <a:rPr sz="2800" b="1">
                <a:solidFill>
                  <a:srgbClr val="FFFFFF"/>
                </a:solidFill>
                <a:latin typeface="Bricolage Grotesque"/>
              </a:rPr>
              <a:t> $1.000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98928"/>
            <a:ext cx="6665976" cy="1062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CFD3DA"/>
                </a:solidFill>
                <a:latin typeface="Hanken Grotesk"/>
              </a:rPr>
              <a:t>Tu amigo gana $1.000 y tú también. Acumula hasta $10.000.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83864"/>
            <a:ext cx="3063240" cy="841248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83864"/>
            <a:ext cx="30632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14181F"/>
                </a:solidFill>
                <a:latin typeface="Bricolage Grotesque"/>
              </a:rPr>
              <a:t>Quiero mi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483864"/>
            <a:ext cx="2903220" cy="841248"/>
          </a:xfrm>
          <a:prstGeom prst="roundRect">
            <a:avLst>
              <a:gd name="adj" fmla="val 5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483864"/>
            <a:ext cx="29032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Bricolage Grotesque"/>
              </a:rPr>
              <a:t>Ver productos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666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FD3DA"/>
                </a:solidFill>
                <a:latin typeface="Bricolage Grotesque"/>
              </a:rPr>
              <a:t>Plata real · retírala cuando quieras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