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28700" y="-1234440"/>
            <a:ext cx="4114800" cy="41148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1_superblanco_r8229600x3497581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9419"/>
            <a:ext cx="8229600" cy="34975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97979"/>
            <a:ext cx="8229600" cy="219456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71600"/>
            <a:ext cx="66751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C13F"/>
                </a:solidFill>
                <a:latin typeface="Bricolage Grotesque"/>
              </a:rPr>
              <a:t>Huevos frescos,</a:t>
            </a:r>
            <a:r>
              <a:rPr sz="2800" b="1">
                <a:solidFill>
                  <a:srgbClr val="FFFFFF"/>
                </a:solidFill>
                <a:latin typeface="Bricolage Grotesque"/>
              </a:rPr>
              <a:t> directo a tu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7708"/>
            <a:ext cx="66751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>
                <a:solidFill>
                  <a:srgbClr val="CFD3DA"/>
                </a:solidFill>
                <a:latin typeface="Hanken Grotesk"/>
              </a:rPr>
              <a:t>Despacho en la RM · tu 1er pedido va gratis.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4467"/>
            <a:ext cx="514350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44467"/>
            <a:ext cx="51435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Lo quiero · Pago al recibir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86883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6883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29299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★ 4,9 · 2.100+ pedidos · Despacho 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28700" y="-1234440"/>
            <a:ext cx="4114800" cy="41148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4_generica_r8229600x3497581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9419"/>
            <a:ext cx="8229600" cy="34975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97979"/>
            <a:ext cx="8229600" cy="219456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71600"/>
            <a:ext cx="66751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Bricolage Grotesque"/>
              </a:rPr>
              <a:t>Pide antes de 8:30 y te llega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97708"/>
            <a:ext cx="66751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>
                <a:solidFill>
                  <a:srgbClr val="CFD3DA"/>
                </a:solidFill>
                <a:latin typeface="Hanken Grotesk"/>
              </a:rPr>
              <a:t>Pedidos antes de las 8:30 se despachan hoy mismo.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4467"/>
            <a:ext cx="290322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44467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86883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6883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29299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★ 4,9 · 2.100+ pedidos · Paga al recibir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28700" y="-1234440"/>
            <a:ext cx="4114800" cy="41148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3_color180_r8229600x3497581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9419"/>
            <a:ext cx="8229600" cy="34975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97979"/>
            <a:ext cx="8229600" cy="219456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71600"/>
            <a:ext cx="667512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C13F"/>
                </a:solidFill>
                <a:latin typeface="Bricolage Grotesque"/>
              </a:rPr>
              <a:t>Ganan los dos</a:t>
            </a:r>
            <a:r>
              <a:rPr sz="2800" b="1">
                <a:solidFill>
                  <a:srgbClr val="FFFFFF"/>
                </a:solidFill>
                <a:latin typeface="Bricolage Grotesque"/>
              </a:rPr>
              <a:t> $1.000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53208"/>
            <a:ext cx="6675120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>
                <a:solidFill>
                  <a:srgbClr val="CFD3DA"/>
                </a:solidFill>
                <a:latin typeface="Hanken Grotesk"/>
              </a:rPr>
              <a:t>Tu amigo gana $1.000 y tú también. Acumula hasta $10.000.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4467"/>
            <a:ext cx="306324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44467"/>
            <a:ext cx="3063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Quiero mi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86883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6883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29299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Plata real · retírala cuando quieras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