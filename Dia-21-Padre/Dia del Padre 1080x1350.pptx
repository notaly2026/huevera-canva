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dre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62878"/>
            <a:ext cx="8229599" cy="126127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057400"/>
            <a:ext cx="8229600" cy="8229600"/>
          </a:xfrm>
          <a:prstGeom prst="rect">
            <a:avLst/>
          </a:prstGeom>
          <a:gradFill>
            <a:gsLst>
              <a:gs pos="0">
                <a:srgbClr val="14181F">
                  <a:alpha val="0"/>
                </a:srgbClr>
              </a:gs>
              <a:gs pos="100000">
                <a:srgbClr val="14181F">
                  <a:alpha val="96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635240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Gracias por estar siempre. Hoy te consentimos a 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32632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Bricolage Grotesque"/>
              </a:rPr>
              <a:t>Feliz día al héroe de la casa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74264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DÍA DEL PADRE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