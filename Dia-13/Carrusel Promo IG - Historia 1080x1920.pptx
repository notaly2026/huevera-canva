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38988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PROMO IG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5044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961636"/>
            <a:ext cx="6675120" cy="397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>
                <a:solidFill>
                  <a:srgbClr val="14181F"/>
                </a:solidFill>
                <a:latin typeface="Bricolage Grotesque"/>
              </a:rPr>
              <a:t>Sube tu reseña y gana $1.500 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937244"/>
            <a:ext cx="6675120" cy="1118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0">
                <a:solidFill>
                  <a:srgbClr val="14181F"/>
                </a:solidFill>
                <a:latin typeface="Hanken Grotesk"/>
              </a:rPr>
              <a:t>Tu opinión vale plata.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66360" y="13624560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14181F"/>
                </a:solidFill>
                <a:latin typeface="Bricolage Grotesque"/>
              </a:rPr>
              <a:t>Desliza 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26999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CÓMO PARTICIPAR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50876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Bricolage Grotesque"/>
              </a:rPr>
              <a:t>En 3 pasos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3391408"/>
            <a:ext cx="868680" cy="86868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391408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4181F"/>
                </a:solidFill>
                <a:latin typeface="Bricolage Grotesque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409696"/>
            <a:ext cx="5440680" cy="477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Bricolage Grotesque"/>
              </a:rPr>
              <a:t>Pide y prueba tus huevos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3843121"/>
            <a:ext cx="5440680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Hanken Grotesk"/>
              </a:rPr>
              <a:t>Vive la experiencia Huevera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6863418"/>
            <a:ext cx="868680" cy="86868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6863418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4181F"/>
                </a:solidFill>
                <a:latin typeface="Bricolage Grotesque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11680" y="6881706"/>
            <a:ext cx="5440680" cy="477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Bricolage Grotesque"/>
              </a:rPr>
              <a:t>Sube tu reseña en IG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7315131"/>
            <a:ext cx="5440680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Hanken Grotesk"/>
              </a:rPr>
              <a:t>Y etiqueta a @hueveracl</a:t>
            </a:r>
          </a:p>
        </p:txBody>
      </p:sp>
      <p:sp>
        <p:nvSpPr>
          <p:cNvPr id="12" name="Oval 11"/>
          <p:cNvSpPr/>
          <p:nvPr/>
        </p:nvSpPr>
        <p:spPr>
          <a:xfrm>
            <a:off x="777240" y="10335429"/>
            <a:ext cx="868680" cy="868680"/>
          </a:xfrm>
          <a:prstGeom prst="ellipse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0335429"/>
            <a:ext cx="868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14181F"/>
                </a:solidFill>
                <a:latin typeface="Bricolage Grotesque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10353717"/>
            <a:ext cx="5440680" cy="47777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Bricolage Grotesque"/>
              </a:rPr>
              <a:t>Registra el link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0" y="10787142"/>
            <a:ext cx="5440680" cy="4343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FFFFF"/>
                </a:solidFill>
                <a:latin typeface="Hanken Grotesk"/>
              </a:rPr>
              <a:t>En huevera.cl/promo/nueva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118872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14181F"/>
                </a:solidFill>
                <a:latin typeface="Bricolage Grotesque"/>
              </a:rPr>
              <a:t>TU PREMIO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847088"/>
            <a:ext cx="6675120" cy="15585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1800" b="1">
                <a:solidFill>
                  <a:srgbClr val="F5C13F"/>
                </a:solidFill>
                <a:latin typeface="Bricolage Grotesque"/>
              </a:rPr>
              <a:t>$1.500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3515360"/>
            <a:ext cx="1554480" cy="146304"/>
          </a:xfrm>
          <a:prstGeom prst="rect">
            <a:avLst/>
          </a:prstGeom>
          <a:solidFill>
            <a:srgbClr val="F5C1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3972560"/>
            <a:ext cx="6675120" cy="22928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>
                <a:solidFill>
                  <a:srgbClr val="14181F"/>
                </a:solidFill>
                <a:latin typeface="Bricolage Grotesque"/>
              </a:rPr>
              <a:t>de descuento por tu reseña.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6265418"/>
            <a:ext cx="6675120" cy="899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>
                <a:solidFill>
                  <a:srgbClr val="14181F"/>
                </a:solidFill>
                <a:latin typeface="Hanken Grotesk"/>
              </a:rPr>
              <a:t>Real, en tu próxima compra.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C1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515618" cy="373380"/>
          </a:xfrm>
          <a:prstGeom prst="roundRect">
            <a:avLst>
              <a:gd name="adj" fmla="val 50000"/>
            </a:avLst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F5C13F"/>
                </a:solidFill>
                <a:latin typeface="Bricolage Grotesque"/>
              </a:rPr>
              <a:t>PARTICIPA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4821936"/>
            <a:ext cx="1371600" cy="146304"/>
          </a:xfrm>
          <a:prstGeom prst="rect">
            <a:avLst/>
          </a:prstGeom>
          <a:solidFill>
            <a:srgbClr val="1418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279136"/>
            <a:ext cx="6675120" cy="3340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800" b="1">
                <a:solidFill>
                  <a:srgbClr val="14181F"/>
                </a:solidFill>
                <a:latin typeface="Bricolage Grotesque"/>
              </a:rPr>
              <a:t>Sube la tuya en huevera.cl/promo/nueva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755881"/>
            <a:ext cx="66751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4181F"/>
                </a:solidFill>
                <a:latin typeface="Bricolage Grotesque"/>
              </a:rPr>
              <a:t>Etiqueta @hueveracl 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14181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14181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