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 desayuno chileno que nunca falla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23715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Pan amasado + huevo frito.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Huevo frito perfecto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3928" y="3409696"/>
            <a:ext cx="5488432" cy="4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Sartén caliente, un toque de aceite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3928" y="3818290"/>
            <a:ext cx="5488432" cy="410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Espera a que esté bien caliente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395216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395216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3928" y="4413504"/>
            <a:ext cx="5488432" cy="4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Echa el huevo a fuego 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3928" y="4822098"/>
            <a:ext cx="5488432" cy="410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Sin moverlo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399024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99024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3928" y="5417312"/>
            <a:ext cx="5488432" cy="4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Tapa 1 minuto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3928" y="5825906"/>
            <a:ext cx="5488432" cy="410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Para que cuaje la clara, yema jugosa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6402832"/>
            <a:ext cx="820928" cy="820928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02832"/>
            <a:ext cx="820928" cy="820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3928" y="6421120"/>
            <a:ext cx="5488432" cy="4515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Sal y sobre el pan tibio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3928" y="6829714"/>
            <a:ext cx="5488432" cy="410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Listo pa' la mañana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SECRETO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64411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216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Bricolage Grotesque"/>
              </a:rPr>
              <a:t>Yema jugosa y pan tibio.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7646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Ahí está todo.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COMPARTE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644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216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y comparte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Pide tus huevos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