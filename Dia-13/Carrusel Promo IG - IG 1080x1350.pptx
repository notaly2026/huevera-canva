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PROMO IG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2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89936"/>
            <a:ext cx="6675120" cy="397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Sube tu reseña y gana $1.500 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765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Tu opinión vale plata.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PARTICIPAR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En 3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Pide y prueba tus huevos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Vive la experiencia Huevera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415618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1561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43390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Sube tu reseña en 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86733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Y etiqueta a @hueveracl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7439829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743982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7458117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Registra el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7891542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En huevera.cl/promo/nueva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TU PREMIO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5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800" b="1">
                <a:solidFill>
                  <a:srgbClr val="F5C13F"/>
                </a:solidFill>
                <a:latin typeface="Bricolage Grotesque"/>
              </a:rPr>
              <a:t>$1.500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15360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72560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de descuento por tu reseña.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5418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Real, en tu próxima 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PARTICIPA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50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74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Sube la tuya en huevera.cl/promo/nueva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Etiqueta @hueveracl 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