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_9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RECETAS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El desayuno chileno que nunca falla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23715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Pan amasado + huevo frito.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Huevo frito perfecto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91408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9140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09696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Sartén caliente, un toque de aceite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843121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Espera a que esté bien caliente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995416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995416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6013704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Echa el huevo a fuego 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6447129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Sin moverlo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8599424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8599424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8617712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Tapa 1 minuto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9051137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Para que cuaje la clara, yema jugosa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11203432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1203432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11221720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Sal y sobre el pan tibio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11655145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Listo pa' la mañana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SECRETO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964811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22011"/>
            <a:ext cx="6675120" cy="3054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Bricolage Grotesque"/>
              </a:rPr>
              <a:t>Yema jugosa y pan tibio.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76869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Ahí está todo.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COMPARTE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96481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22011"/>
            <a:ext cx="6675120" cy="3054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Guarda y comparte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7558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Pide tus huevos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