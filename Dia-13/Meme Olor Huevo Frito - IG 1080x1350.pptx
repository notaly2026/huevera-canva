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ri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SÁBADO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El olor a huevo frito despierta a toda la casa 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