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desayuno chileno que nunca falla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23715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Pan amasado + huevo frito.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Huevo frito perfecto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Sartén caliente, un toque de aceite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Espera a que esté bien caliente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90956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0956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927854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Echa el huevo a fuego 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361279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Sin moverlo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642772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42772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446012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Tapa 1 minuto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879437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Para que cuaje la clara, yema jugosa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7945882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794588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7964170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Sal y sobre el pan tibio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8397595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Listo pa' la mañana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93111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503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Bricolage Grotesque"/>
              </a:rPr>
              <a:t>Yema jugosa y pan tibio.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51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Ahí está todo.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COMPARTE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931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503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y comparte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Pide tus huevos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