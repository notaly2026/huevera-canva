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REFERIDOS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$1.000 para ti y $1.000 para tu amigo 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Refiere, que haga su compra, y ganan los 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