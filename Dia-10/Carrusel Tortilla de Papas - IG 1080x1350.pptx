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rtill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575" y="0"/>
            <a:ext cx="828675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057400"/>
            <a:ext cx="8229600" cy="8229600"/>
          </a:xfrm>
          <a:prstGeom prst="rect">
            <a:avLst/>
          </a:prstGeom>
          <a:gradFill>
            <a:gsLst>
              <a:gs pos="0">
                <a:srgbClr val="14181F">
                  <a:alpha val="0"/>
                </a:srgbClr>
              </a:gs>
              <a:gs pos="100000">
                <a:srgbClr val="14181F">
                  <a:alpha val="96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016240"/>
            <a:ext cx="6675120" cy="899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Hanken Grotesk"/>
              </a:rPr>
              <a:t>El secreto está en el punto.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421632"/>
            <a:ext cx="6675120" cy="359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Bricolage Grotesque"/>
              </a:rPr>
              <a:t>Tortilla de papas con huevos frescos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763264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RECETAS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92811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94126" y="2387727"/>
            <a:ext cx="164134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EL SECRETO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046095"/>
            <a:ext cx="6675120" cy="334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Bricolage Grotesque"/>
              </a:rPr>
              <a:t>Huevos frescos y no pasarte de cocción.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386703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Hanken Grotesk"/>
              </a:rPr>
              <a:t>Así queda jugosa por dentro, no seca.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PASO A PASO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4181F"/>
                </a:solidFill>
                <a:latin typeface="Bricolage Grotesque"/>
              </a:rPr>
              <a:t>5 pasos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3391408"/>
            <a:ext cx="868680" cy="86868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391408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409696"/>
            <a:ext cx="5440680" cy="4777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Corta las papas finas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843121"/>
            <a:ext cx="5440680" cy="434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En láminas delgadas, parejas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4605934"/>
            <a:ext cx="868680" cy="86868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605934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4624222"/>
            <a:ext cx="5440680" cy="4777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Fríelas a fuego suave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5057647"/>
            <a:ext cx="5440680" cy="434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Hasta blandas, sin dorar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5820460"/>
            <a:ext cx="868680" cy="86868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820460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5838748"/>
            <a:ext cx="5440680" cy="4777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Bate los huevos frescos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6272173"/>
            <a:ext cx="5440680" cy="434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Con sal, y mézclalos con la papa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7034987"/>
            <a:ext cx="868680" cy="86868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7034987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7053275"/>
            <a:ext cx="5440680" cy="4777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Cuaja a fuego bajo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7486700"/>
            <a:ext cx="5440680" cy="434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Voltea con ayuda de un plato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8249513"/>
            <a:ext cx="868680" cy="86868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8249513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8267801"/>
            <a:ext cx="5440680" cy="4777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Punto jugoso al centro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8701226"/>
            <a:ext cx="5440680" cy="434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Apaga antes de que se seque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EL PUNTO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39623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853436"/>
            <a:ext cx="6675120" cy="384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14181F"/>
                </a:solidFill>
                <a:latin typeface="Bricolage Grotesque"/>
              </a:rPr>
              <a:t>Jugosa al centro, dorada por fuera.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7020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Ese es el secreto chileno.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GUÁRDALA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586736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043936"/>
            <a:ext cx="6675120" cy="346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>
                <a:solidFill>
                  <a:srgbClr val="FFFFFF"/>
                </a:solidFill>
                <a:latin typeface="Bricolage Grotesque"/>
              </a:rPr>
              <a:t>Guarda la receta y pide tus huevos en huevera.cl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