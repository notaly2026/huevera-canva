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232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9804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5 señales de que tu huevo ya no está bueno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750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Guarda esto y revisa tu refri.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1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Flota en el agua.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1624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En un vaso con agua: si sube, ya no sirve. Fresco = se queda abajo.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1753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14181F"/>
                </a:solidFill>
                <a:latin typeface="Bricolage Grotesque"/>
              </a:rPr>
              <a:t>Huele feo.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1624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Olor a azufre apenas lo abres = directo a la basura.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Bricolage Grotesque"/>
              </a:rPr>
              <a:t>La clara es pura agua.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74649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Si se desparrama y no tiene cuerpo, perdió frescura.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Cáscara viscosa o con manchas.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55994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Babosa o con puntos de moho = no la 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26415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SEÑAL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84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4000" b="1">
                <a:solidFill>
                  <a:srgbClr val="F5C13F"/>
                </a:solidFill>
                <a:latin typeface="Bricolage Grotesque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805936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26313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Bricolage Grotesque"/>
              </a:rPr>
              <a:t>Suena hueco al moverlo.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651243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Hanken Grotesk"/>
              </a:rPr>
              <a:t>Si lo agitas y se siente líquido suelto, está viejo.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TIP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5867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43936"/>
            <a:ext cx="6675120" cy="346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14181F"/>
                </a:solidFill>
                <a:latin typeface="Bricolage Grotesque"/>
              </a:rPr>
              <a:t>Ante la duda, haz la prueba del vaso. 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5115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Y pide frescos en huevera.cl.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