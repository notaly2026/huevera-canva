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14630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B20498-1527-4C3D-893E-9EFFAF5F77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F9B412-FE7A-4E39-8617-434575996A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DF5F11-52DA-4680-91D1-74CE59D65E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31C701-ECCF-4CBC-A271-BC6F478B82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2F3CEF-01F1-4E1C-AF60-8DDCA25E77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D577FD-7532-40E5-BE73-96F9A440D1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C7C02E-946E-499D-A514-F9A6D8910F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84C64A-2971-48D4-AD22-0EC9DDA333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069082-08B3-4993-A88C-0AD93862D6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ABA0D7-DC69-4A04-AB00-71668CD23A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E0F75C-7E94-4351-9034-61CBBACF1D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g916.jpg"/>
          <p:cNvPicPr/>
          <p:nvPr/>
        </p:nvPicPr>
        <p:blipFill>
          <a:blip r:embed="rId1"/>
          <a:stretch/>
        </p:blipFill>
        <p:spPr>
          <a:xfrm>
            <a:off x="0" y="-57240"/>
            <a:ext cx="8229240" cy="1474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ounded Rectangle 2"/>
          <p:cNvSpPr/>
          <p:nvPr/>
        </p:nvSpPr>
        <p:spPr>
          <a:xfrm>
            <a:off x="777240" y="777240"/>
            <a:ext cx="1515240" cy="37296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4181F"/>
                </a:solidFill>
                <a:effectLst/>
                <a:uFillTx/>
                <a:latin typeface="Bricolage Grotesque"/>
              </a:rPr>
              <a:t>REFERIDOS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777240" y="1435680"/>
            <a:ext cx="6674760" cy="229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$1.000 para ti y $1.000 para tu amigo 💵</a:t>
            </a:r>
            <a:endParaRPr lang="es-E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77240" y="3728520"/>
            <a:ext cx="667476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Hanken Grotesk"/>
              </a:rPr>
              <a:t>Refiere, que haga su compra, y ganan los dos.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705240" y="8100000"/>
            <a:ext cx="667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5C13F"/>
                </a:solidFill>
                <a:effectLst/>
                <a:uFillTx/>
                <a:latin typeface="Bricolage Grotesque"/>
              </a:rPr>
              <a:t>● 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Bricolage Grotesque"/>
              </a:rPr>
              <a:t>Huevera   @huevera.cl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2026-06-03T01:19:08Z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