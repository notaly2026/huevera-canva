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8229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0B65F1-CA01-428D-B078-6BDF80FD8B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2D0152-4377-4095-968B-FBCA43F6FA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D28155-E994-4DDC-9CF0-DC124DE15D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B507B2-6974-44D3-B363-FB37B26468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F30928-664D-4F24-83DE-FF6BE9302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CE3CFF-6E44-4C9F-8EB5-5A03D10612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F779E7-5117-48D2-89BC-ACDB9194CA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F91D03-5654-4A03-BBD6-A6A2951B39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6D5EE2-9644-4378-873D-3DC08EBDA3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D35BB2-FC0C-4DB3-B01D-993302103A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38DDD1-B054-4331-97E2-B9BF240F16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g11.jpg"/>
          <p:cNvPicPr/>
          <p:nvPr/>
        </p:nvPicPr>
        <p:blipFill>
          <a:blip r:embed="rId1"/>
          <a:stretch/>
        </p:blipFill>
        <p:spPr>
          <a:xfrm>
            <a:off x="0" y="0"/>
            <a:ext cx="82292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ounded Rectangle 3"/>
          <p:cNvSpPr/>
          <p:nvPr/>
        </p:nvSpPr>
        <p:spPr>
          <a:xfrm>
            <a:off x="777240" y="777240"/>
            <a:ext cx="1515240" cy="37296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REFERIDOS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777240" y="1435680"/>
            <a:ext cx="6674760" cy="21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$1.000 para ti y $1.000 para tu amigo 💵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777240" y="3633120"/>
            <a:ext cx="667476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Hanken Grotesk"/>
              </a:rPr>
              <a:t>Refiere, que haga su compra, y ganan los dos.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4500000" y="756000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● 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Huevera   @huevera.cl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2026-06-03T01:18:45Z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