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5 señales de que tu huevo ya no está bueno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esto y revisa tu refri.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Flota en el agua.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1624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En un vaso con agua: si sube, ya no sirve. Fresco = se queda abajo.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Huele feo.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1624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Olor a azufre apenas lo abres = directo a la basura.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La clara es pura agua.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4649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Si se desparrama y no tiene cuerpo, perdió frescura.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Cáscara viscosa o con manchas.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55599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Babosa o con puntos de moho = no la 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Suena hueco al moverlo.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651243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Si lo agitas y se siente líquido suelto, está viejo.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58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52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Ante la duda, haz la prueba del vaso.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2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Y pide frescos en huevera.cl.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