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_916_du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77240" y="77724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SUSCRIPCIÓN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35608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Bricolage Grotesque"/>
              </a:rPr>
              <a:t>Nunca más te quedes sin huevos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2846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FFFF"/>
                </a:solidFill>
                <a:latin typeface="Hanken Grotesk"/>
              </a:rPr>
              <a:t>Suscríbete y olvídate.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76707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FRECUENCIAS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938015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395215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Elige: semanal o quincenal.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83322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Tú mandas el ritmo.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CÓMO FUNCIONA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9489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406136"/>
            <a:ext cx="6675120" cy="3086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4181F"/>
                </a:solidFill>
                <a:latin typeface="Bricolage Grotesque"/>
              </a:rPr>
              <a:t>Te llega un recordatorio, pagas tú y listo.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492743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Sin cobros automáticos.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FLEXIBLE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Pausa, cambia o cancela cuando quieras.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556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Sin penalidad.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042666" y="5019802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¿CUÁNTO PEDIR?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5678170"/>
            <a:ext cx="6675120" cy="2832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181F"/>
                </a:solidFill>
                <a:latin typeface="Bricolage Grotesque"/>
              </a:rPr>
              <a:t>La calculadora te recomienda cantidad y frecuencia.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510777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En huevera.cl/#calculadora.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ACTÍVALA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5107686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564886"/>
            <a:ext cx="6675120" cy="2769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Bricolage Grotesque"/>
              </a:rPr>
              <a:t>Actívala en huevera.cl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