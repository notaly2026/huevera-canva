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_11_du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229600" cy="82296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SUSCRIPCIÓN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35608"/>
            <a:ext cx="6675120" cy="2292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FFFFF"/>
                </a:solidFill>
                <a:latin typeface="Bricolage Grotesque"/>
              </a:rPr>
              <a:t>Nunca más te quedes sin huevos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28466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Suscríbete y olvídate.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72237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FRECUENCIAS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F5C13F"/>
                </a:solidFill>
                <a:latin typeface="Bricolage Grotesque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938015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395215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Bricolage Grotesque"/>
              </a:rPr>
              <a:t>Elige: semanal o quincenal.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783322"/>
            <a:ext cx="6675120" cy="899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Hanken Grotesk"/>
              </a:rPr>
              <a:t>Tú mandas el ritmo.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CÓMO FUNCIONA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7485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205736"/>
            <a:ext cx="6675120" cy="3086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14181F"/>
                </a:solidFill>
                <a:latin typeface="Bricolage Grotesque"/>
              </a:rPr>
              <a:t>Te llega un recordatorio, pagas tú y listo.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292343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Sin cobros automáticos.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FLEXIBLE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6850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42236"/>
            <a:ext cx="6675120" cy="321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Bricolage Grotesque"/>
              </a:rPr>
              <a:t>Pausa, cambia o cancela cuando quieras.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558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Hanken Grotesk"/>
              </a:rPr>
              <a:t>Sin penalidad.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042666" y="1819402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¿CUÁNTO PEDIR?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477770"/>
            <a:ext cx="667512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4181F"/>
                </a:solidFill>
                <a:latin typeface="Bricolage Grotesque"/>
              </a:rPr>
              <a:t>La calculadora te recomienda cantidad y frecuencia.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310377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En huevera.cl/#calculadora.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ACTÍVALA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90728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64486"/>
            <a:ext cx="6675120" cy="2769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Bricolage Grotesque"/>
              </a:rPr>
              <a:t>Actívala en huevera.cl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