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SUSCRIPCIÓN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4181F"/>
                </a:solidFill>
                <a:latin typeface="Bricolage Grotesque"/>
              </a:rPr>
              <a:t>Nunca más te quedes sin huevos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Suscríbete y olvídate.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000" b="1">
                <a:solidFill>
                  <a:srgbClr val="14181F"/>
                </a:solidFill>
                <a:latin typeface="Bricolage Grotesqu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FRECUENCIAS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483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Elige: semanal o quincenal.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61198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Tú mandas el ritmo.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trega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02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Bricolage Grotesque"/>
              </a:rPr>
              <a:t>Te llega un recordatorio, pagas tú y listo.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25918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Sin cobros automáticos.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85442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Pausa, cambia o cancela cuando quieras.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226050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Sin penalidad.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¿CUÁNTO PEDIR?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Bricolage Grotesque"/>
              </a:rPr>
              <a:t>La calculadora te recomienda cantidad y frecuencia.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37692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En huevera.cl/#calculadora.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7644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216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Actívala en huevera.cl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