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28741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Hanken Grotesk"/>
              </a:rPr>
              <a:t>RECETAS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14181F"/>
                </a:solidFill>
                <a:latin typeface="Bricolage Grotesque"/>
              </a:rPr>
              <a:t>El huevo duro perfecto 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Sin el anillo verde feo.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72237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14181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2874172"/>
            <a:ext cx="6748272" cy="8637788"/>
          </a:xfrm>
          <a:prstGeom prst="ellipse">
            <a:avLst/>
          </a:prstGeom>
          <a:solidFill>
            <a:srgbClr val="F5C13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1280160"/>
            <a:ext cx="3200400" cy="3200400"/>
          </a:xfrm>
          <a:prstGeom prst="ellipse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3200400" cy="320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5200" b="1">
                <a:solidFill>
                  <a:srgbClr val="14181F"/>
                </a:solidFill>
                <a:latin typeface="Bricolage Grotesque"/>
              </a:rPr>
              <a:t>10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3776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EL TIEMPO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5778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Agua hirviendo, baja a fuego suave y cuece 10 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410447"/>
            <a:ext cx="6675120" cy="89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Ni un minuto de más.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TIEMPO EXACTO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Según cómo te guste la yema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3614928"/>
          <a:ext cx="6675120" cy="2359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71950"/>
                <a:gridCol w="250317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181F"/>
                          </a:solidFill>
                          <a:latin typeface="Bricolage Grotesque"/>
                        </a:rPr>
                        <a:t>Punto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181F"/>
                          </a:solidFill>
                          <a:latin typeface="Bricolage Grotesque"/>
                        </a:rPr>
                        <a:t>Tiempo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900" b="1">
                          <a:solidFill>
                            <a:srgbClr val="F5C13F"/>
                          </a:solidFill>
                          <a:latin typeface="Bricolage Grotesque"/>
                        </a:rPr>
                        <a:t>Yema cremosa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0">
                          <a:solidFill>
                            <a:srgbClr val="FFFFFF"/>
                          </a:solidFill>
                          <a:latin typeface="Bricolage Grotesque"/>
                        </a:rPr>
                        <a:t>6–7 min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900" b="1">
                          <a:solidFill>
                            <a:srgbClr val="F5C13F"/>
                          </a:solidFill>
                          <a:latin typeface="Bricolage Grotesque"/>
                        </a:rPr>
                        <a:t>Punto medio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0">
                          <a:solidFill>
                            <a:srgbClr val="FFFFFF"/>
                          </a:solidFill>
                          <a:latin typeface="Bricolage Grotesque"/>
                        </a:rPr>
                        <a:t>8–9 min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900" b="1">
                          <a:solidFill>
                            <a:srgbClr val="F5C13F"/>
                          </a:solidFill>
                          <a:latin typeface="Bricolage Grotesque"/>
                        </a:rPr>
                        <a:t>Bien duro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0">
                          <a:solidFill>
                            <a:srgbClr val="FFFFFF"/>
                          </a:solidFill>
                          <a:latin typeface="Bricolage Grotesque"/>
                        </a:rPr>
                        <a:t>10–11 min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248400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Más de 12 min = anillo verde.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853692"/>
            <a:ext cx="6675120" cy="257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14181F"/>
                </a:solidFill>
                <a:latin typeface="Bricolage Grotesque"/>
              </a:rPr>
              <a:t>El secreto anti-anillo verde: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4432300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baño de agua con hielo apenas los sacas. Corta la cocción y se pelan fácil.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uevoduro_r8229600x452628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45262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98348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EL 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2356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Yema pareja y amarilla, sin verde.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036722" y="-2936847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764411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21611"/>
            <a:ext cx="6675120" cy="3054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4181F"/>
                </a:solidFill>
                <a:latin typeface="Bricolage Grotesque"/>
              </a:rPr>
              <a:t>Guarda el tiempo exacto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276469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Pide huevos frescos en huevera.cl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