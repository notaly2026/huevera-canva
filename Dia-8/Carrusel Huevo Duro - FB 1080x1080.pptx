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RECETAS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14181F"/>
                </a:solidFill>
                <a:latin typeface="Bricolage Grotesque"/>
              </a:rPr>
              <a:t>El huevo duro perfecto 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Sin el anillo verde feo.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Agua hirviendo, baja a fuego suave y cuece 10 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0447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Ni un minuto de 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TIEMPO EXACTO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Según cómo te guste la yema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614928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71950"/>
                <a:gridCol w="25031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181F"/>
                          </a:solidFill>
                          <a:latin typeface="Bricolage Grotesque"/>
                        </a:rPr>
                        <a:t>Punto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181F"/>
                          </a:solidFill>
                          <a:latin typeface="Bricolage Grotesque"/>
                        </a:rPr>
                        <a:t>Tiempo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F5C13F"/>
                          </a:solidFill>
                          <a:latin typeface="Bricolage Grotesque"/>
                        </a:rPr>
                        <a:t>Yema cremosa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FFFFFF"/>
                          </a:solidFill>
                          <a:latin typeface="Bricolage Grotesque"/>
                        </a:rPr>
                        <a:t>6–7 min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F5C13F"/>
                          </a:solidFill>
                          <a:latin typeface="Bricolage Grotesque"/>
                        </a:rPr>
                        <a:t>Punto medio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FFFFFF"/>
                          </a:solidFill>
                          <a:latin typeface="Bricolage Grotesque"/>
                        </a:rPr>
                        <a:t>8–9 min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F5C13F"/>
                          </a:solidFill>
                          <a:latin typeface="Bricolage Grotesque"/>
                        </a:rPr>
                        <a:t>Bien duro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FFFFFF"/>
                          </a:solidFill>
                          <a:latin typeface="Bricolage Grotesque"/>
                        </a:rPr>
                        <a:t>10–11 min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248400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Más de 12 min = anillo verde.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53692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El secreto anti-anillo verde: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43230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baño de agua con hielo apenas los sacas. Corta la cocción y se pelan fácil.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evoduro_r8229600x452628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9834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Yema pareja y amarilla, sin verde.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77240" y="17644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216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el tiempo exacto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76469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Pide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