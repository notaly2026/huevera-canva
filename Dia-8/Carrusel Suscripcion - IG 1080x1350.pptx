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4931572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Hanken Grotesk"/>
              </a:rPr>
              <a:t>SUSCRIPCIÓN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2236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599436"/>
            <a:ext cx="6675120" cy="4356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14181F"/>
                </a:solidFill>
                <a:latin typeface="Bricolage Grotesque"/>
              </a:rPr>
              <a:t>Nunca más te quedes sin huevos 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956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Suscríbete y olvídate.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928116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14181F"/>
                </a:solidFill>
                <a:latin typeface="Bricolage Grotesque"/>
              </a:rPr>
              <a:t>Desliza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18051" y="4931572"/>
            <a:ext cx="6748272" cy="8637788"/>
          </a:xfrm>
          <a:prstGeom prst="ellipse">
            <a:avLst/>
          </a:prstGeom>
          <a:solidFill>
            <a:srgbClr val="F5C13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" y="1280160"/>
            <a:ext cx="3200400" cy="3200400"/>
          </a:xfrm>
          <a:prstGeom prst="ellipse">
            <a:avLst/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280160"/>
            <a:ext cx="3200400" cy="320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2000" b="1">
                <a:solidFill>
                  <a:srgbClr val="14181F"/>
                </a:solidFill>
                <a:latin typeface="Bricolage Grotesque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3776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FRECUENCIAS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577840"/>
            <a:ext cx="6675120" cy="2483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Bricolage Grotesque"/>
              </a:rPr>
              <a:t>Elige: semanal o quincenal.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8061198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Tú mandas el ritmo.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ntrega_r8229600x5657850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56578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11505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755130"/>
            <a:ext cx="6675120" cy="21023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Bricolage Grotesque"/>
              </a:rPr>
              <a:t>Te llega un recordatorio, pagas tú y listo.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857488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FFFFF"/>
                </a:solidFill>
                <a:latin typeface="Hanken Grotesk"/>
              </a:rPr>
              <a:t>Sin cobros automáticos.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914142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14181F"/>
                </a:solidFill>
                <a:latin typeface="Bricolage Grotesque"/>
              </a:rPr>
              <a:t>Pausa, cambia o cancela cuando quieras.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254750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0">
                <a:solidFill>
                  <a:srgbClr val="14181F"/>
                </a:solidFill>
                <a:latin typeface="Hanken Grotesk"/>
              </a:rPr>
              <a:t>Sin penalidad.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Hanken Grotesk"/>
              </a:rPr>
              <a:t>¿CUÁNTO PEDIR?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6675120" cy="2959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Bricolage Grotesque"/>
              </a:rPr>
              <a:t>La calculadora te recomienda cantidad y frecuencia.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376927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En huevera.cl/#calculadora.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3036722" y="-2936847"/>
            <a:ext cx="6748272" cy="8637788"/>
          </a:xfrm>
          <a:prstGeom prst="ellipse">
            <a:avLst/>
          </a:prstGeom>
          <a:solidFill>
            <a:srgbClr val="14181F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793111"/>
            <a:ext cx="1371600" cy="146304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250311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14181F"/>
                </a:solidFill>
                <a:latin typeface="Bricolage Grotesque"/>
              </a:rPr>
              <a:t>Actívala en huevera.cl 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