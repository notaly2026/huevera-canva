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_45_d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0"/>
            <a:ext cx="828675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SUSCRIPCIÓN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292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Bricolage Grotesque"/>
              </a:rPr>
              <a:t>Nunca más te quedes sin huevos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2846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Suscríbete y olvídate.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FRECUENCIAS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Elige: semanal o quincenal.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783322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Tú mandas el ritmo.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CÓMO FUNCIONA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7772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34436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4181F"/>
                </a:solidFill>
                <a:latin typeface="Bricolage Grotesque"/>
              </a:rPr>
              <a:t>Te llega un recordatorio, pagas tú y listo.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21043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Sin cobros automáticos.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FLEXIBLE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7137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709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Pausa, cambia o cancela cuando quieras.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45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Sin penalidad.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42666" y="2848102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¿CUÁNTO PEDIR?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50647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La calculadora te recomienda cantidad y frecuencia.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339077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En huevera.cl/#calculadora.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ACTÍVALA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93598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393186"/>
            <a:ext cx="6675120" cy="2769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Bricolage Grotesque"/>
              </a:rPr>
              <a:t>Actívala en huevera.cl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