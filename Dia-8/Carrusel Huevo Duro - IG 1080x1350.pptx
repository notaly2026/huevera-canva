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Hanken Grotesk"/>
              </a:rPr>
              <a:t>RECETAS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8882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45436"/>
            <a:ext cx="6675120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14181F"/>
                </a:solidFill>
                <a:latin typeface="Bricolage Grotesque"/>
              </a:rPr>
              <a:t>El huevo duro perfecto 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100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Sin el anillo verde feo.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777240" y="1280160"/>
            <a:ext cx="3200400" cy="320040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320040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5200" b="1">
                <a:solidFill>
                  <a:srgbClr val="14181F"/>
                </a:solidFill>
                <a:latin typeface="Bricolage Grotesque"/>
              </a:rPr>
              <a:t>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3776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EL TIEMPO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778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Agua hirviendo, baja a fuego suave y cuece 10 min.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0447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Ni un minuto de más.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TIEMPO EXACTO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Según cómo te guste la yema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3614928"/>
          <a:ext cx="6675120" cy="2359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71950"/>
                <a:gridCol w="250317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4181F"/>
                          </a:solidFill>
                          <a:latin typeface="Bricolage Grotesque"/>
                        </a:rPr>
                        <a:t>Punto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4181F"/>
                          </a:solidFill>
                          <a:latin typeface="Bricolage Grotesque"/>
                        </a:rPr>
                        <a:t>Tiempo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F5C13F"/>
                          </a:solidFill>
                          <a:latin typeface="Bricolage Grotesque"/>
                        </a:rPr>
                        <a:t>Yema cremosa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FFFFFF"/>
                          </a:solidFill>
                          <a:latin typeface="Bricolage Grotesque"/>
                        </a:rPr>
                        <a:t>6–7 min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F5C13F"/>
                          </a:solidFill>
                          <a:latin typeface="Bricolage Grotesque"/>
                        </a:rPr>
                        <a:t>Punto medio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FFFFFF"/>
                          </a:solidFill>
                          <a:latin typeface="Bricolage Grotesque"/>
                        </a:rPr>
                        <a:t>8–9 min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F5C13F"/>
                          </a:solidFill>
                          <a:latin typeface="Bricolage Grotesque"/>
                        </a:rPr>
                        <a:t>Bien duro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FFFFFF"/>
                          </a:solidFill>
                          <a:latin typeface="Bricolage Grotesque"/>
                        </a:rPr>
                        <a:t>10–11 min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248400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Más de 12 min = anillo verde.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882392"/>
            <a:ext cx="6675120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14181F"/>
                </a:solidFill>
                <a:latin typeface="Bricolage Grotesque"/>
              </a:rPr>
              <a:t>El secreto anti-anillo verde: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461000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baño de agua con hielo apenas los sacas. Corta la cocción y se pelan fácil.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uevoduro_r8229600x5657850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56578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11505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EL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5513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Yema pareja y amarilla, sin verde.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77240" y="279311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50311"/>
            <a:ext cx="6675120" cy="3054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Guarda el tiempo exacto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5169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Pide huevos frescos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