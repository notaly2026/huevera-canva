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m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0" y="0"/>
            <a:ext cx="117856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0759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70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Bricolage Grotesque"/>
              </a:rPr>
              <a:t>Domingo + 1 huevo + 4 personas = problema matemático 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