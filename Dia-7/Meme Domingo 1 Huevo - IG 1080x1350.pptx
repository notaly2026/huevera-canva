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81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omin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8575" y="0"/>
            <a:ext cx="8286750" cy="10287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4389120"/>
          </a:xfrm>
          <a:prstGeom prst="rect">
            <a:avLst/>
          </a:prstGeom>
          <a:solidFill>
            <a:srgbClr val="1418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732520"/>
            <a:ext cx="8229600" cy="1554480"/>
          </a:xfrm>
          <a:prstGeom prst="rect">
            <a:avLst/>
          </a:prstGeom>
          <a:solidFill>
            <a:srgbClr val="1418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777240"/>
            <a:ext cx="6675120" cy="2705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Bricolage Grotesque"/>
              </a:rPr>
              <a:t>Domingo + 1 huevo + 4 personas = problema matemático 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3268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5C13F"/>
                </a:solidFill>
                <a:latin typeface="Bricolage Grotesque"/>
              </a:rPr>
              <a:t>●  </a:t>
            </a:r>
            <a:r>
              <a:rPr sz="1800" b="1">
                <a:solidFill>
                  <a:srgbClr val="FFFFFF"/>
                </a:solidFill>
                <a:latin typeface="Bricolage Grotesque"/>
              </a:rPr>
              <a:t>Huevera   @huevera.cl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