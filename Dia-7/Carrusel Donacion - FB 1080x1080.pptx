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2874172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PROGRAMA SOLIDARIO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38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0" b="1">
                <a:solidFill>
                  <a:srgbClr val="14181F"/>
                </a:solidFill>
                <a:latin typeface="Bricolage Grotesque"/>
              </a:rPr>
              <a:t>Tu compra ayuda ❤️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5718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Así funciona la donación de Huevera.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4442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Al hacer tu pedido puedes sumar una donación voluntaria.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0705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Tú eliges el monto.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2874172"/>
            <a:ext cx="6748272" cy="8637788"/>
          </a:xfrm>
          <a:prstGeom prst="ellipse">
            <a:avLst/>
          </a:prstGeom>
          <a:solidFill>
            <a:srgbClr val="F5C13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$500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DESDE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Aporta desde $500, o el monto que quieras.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64447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También puedes donar de forma anónima.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42567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Cada semana elegimos a quién ayudar: una familia, junta de vecinos u ONG.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368925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Y te mostramos el impacto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036722" y="-2936847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6691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6361"/>
            <a:ext cx="6675120" cy="32453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14181F"/>
                </a:solidFill>
                <a:latin typeface="Bricolage Grotesque"/>
              </a:rPr>
              <a:t>Conoce a quién ayudamos 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71718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huevera.cl/donaciones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