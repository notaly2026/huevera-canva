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_11_du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82296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777240"/>
            <a:ext cx="264718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PROGRAMA SOLIDARIO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35608"/>
            <a:ext cx="6675120" cy="1753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Bricolage Grotesque"/>
              </a:rPr>
              <a:t>Tu compra ayuda ❤️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1887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Así funciona la donación de Huevera.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60" y="72237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ricolage Grotesque"/>
              </a:rPr>
              <a:t>Desliza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CÓMO FUNCIONA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685036"/>
            <a:ext cx="1371600" cy="146304"/>
          </a:xfrm>
          <a:prstGeom prst="rect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142236"/>
            <a:ext cx="6675120" cy="321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Bricolage Grotesque"/>
              </a:rPr>
              <a:t>Suma una donación voluntaria a tu pedido.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3558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Hanken Grotesk"/>
              </a:rPr>
              <a:t>Tú eliges el monto.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1188720"/>
            <a:ext cx="101269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DESDE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47088"/>
            <a:ext cx="6675120" cy="158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F5C13F"/>
                </a:solidFill>
                <a:latin typeface="Bricolage Grotesque"/>
              </a:rPr>
              <a:t>$500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3541776"/>
            <a:ext cx="1554480" cy="146304"/>
          </a:xfrm>
          <a:prstGeom prst="rect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998976"/>
            <a:ext cx="6675120" cy="2292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14181F"/>
                </a:solidFill>
                <a:latin typeface="Bricolage Grotesque"/>
              </a:rPr>
              <a:t>Aporta desde $500, o lo que quieras.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834"/>
            <a:ext cx="6675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14181F"/>
                </a:solidFill>
                <a:latin typeface="Hanken Grotesk"/>
              </a:rPr>
              <a:t>También puedes donar de forma anónima.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64134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EL IMPACTO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58036"/>
            <a:ext cx="1371600" cy="146304"/>
          </a:xfrm>
          <a:prstGeom prst="rect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15236"/>
            <a:ext cx="6675120" cy="346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Bricolage Grotesque"/>
              </a:rPr>
              <a:t>Cada semana elegimos a quién ayudar: familia, junta de vecinos u ONG.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28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Hanken Grotesk"/>
              </a:rPr>
              <a:t>Y te mostramos el impacto real.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13842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CONOCE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954911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412111"/>
            <a:ext cx="6675120" cy="2673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14181F"/>
                </a:solidFill>
                <a:latin typeface="Bricolage Grotesque"/>
              </a:rPr>
              <a:t>Conoce a quién ayudamos ❤️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1"/>
            <a:ext cx="6675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1F"/>
                </a:solidFill>
                <a:latin typeface="Bricolage Grotesque"/>
              </a:rPr>
              <a:t>huevera.cl/donaciones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