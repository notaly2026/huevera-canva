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min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93227"/>
            <a:ext cx="8229600" cy="1021605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4389120"/>
          </a:xfrm>
          <a:prstGeom prst="rect">
            <a:avLst/>
          </a:prstGeom>
          <a:solidFill>
            <a:srgbClr val="14181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8229600" cy="1554480"/>
          </a:xfrm>
          <a:prstGeom prst="rect">
            <a:avLst/>
          </a:prstGeom>
          <a:solidFill>
            <a:srgbClr val="1418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6675120" cy="270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Bricolage Grotesque"/>
              </a:rPr>
              <a:t>Domingo + 1 huevo + 4 personas = problema matemático 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