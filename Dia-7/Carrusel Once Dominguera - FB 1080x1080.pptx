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8229600" cy="82296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C13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4518051" y="2874172"/>
            <a:ext cx="6748272" cy="8637788"/>
          </a:xfrm>
          <a:prstGeom prst="ellipse">
            <a:avLst/>
          </a:prstGeom>
          <a:solidFill>
            <a:srgbClr val="14181F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777240"/>
            <a:ext cx="6675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14181F"/>
                </a:solidFill>
                <a:latin typeface="Hanken Grotesk"/>
              </a:rPr>
              <a:t>ONCE DOMINGUERA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280160"/>
            <a:ext cx="1371600" cy="146304"/>
          </a:xfrm>
          <a:prstGeom prst="rect">
            <a:avLst/>
          </a:prstGeom>
          <a:solidFill>
            <a:srgbClr val="1418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737360"/>
            <a:ext cx="6675120" cy="4229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6200" b="1">
                <a:solidFill>
                  <a:srgbClr val="14181F"/>
                </a:solidFill>
                <a:latin typeface="Bricolage Grotesque"/>
              </a:rPr>
              <a:t>Pan, huevo y palta: la once perfecta 🍞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5966968"/>
            <a:ext cx="6675120" cy="11181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0">
                <a:solidFill>
                  <a:srgbClr val="14181F"/>
                </a:solidFill>
                <a:latin typeface="Hanken Grotesk"/>
              </a:rPr>
              <a:t>Guarda pa hoy.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7269480"/>
            <a:ext cx="6675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14181F"/>
                </a:solidFill>
                <a:latin typeface="Bricolage Grotesque"/>
              </a:rPr>
              <a:t>●  </a:t>
            </a:r>
            <a:r>
              <a:rPr sz="1800" b="1">
                <a:solidFill>
                  <a:srgbClr val="14181F"/>
                </a:solidFill>
                <a:latin typeface="Bricolage Grotesque"/>
              </a:rPr>
              <a:t>Huevera   @huevera.cl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166360" y="7223760"/>
            <a:ext cx="2286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2000" b="1">
                <a:solidFill>
                  <a:srgbClr val="14181F"/>
                </a:solidFill>
                <a:latin typeface="Bricolage Grotesque"/>
              </a:rPr>
              <a:t>Desliza →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81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once-hero_r8229600x4526280_cen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8229600" cy="452628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983480"/>
            <a:ext cx="6675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F5C13F"/>
                </a:solidFill>
                <a:latin typeface="Hanken Grotesk"/>
              </a:rPr>
              <a:t>EL COMBO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5623560"/>
            <a:ext cx="6675120" cy="2197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FFFFFF"/>
                </a:solidFill>
                <a:latin typeface="Bricolage Grotesque"/>
              </a:rPr>
              <a:t>Pan tostado + huevo + palta.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once-spread_r8229600x4526280_cen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8229600" cy="452628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983480"/>
            <a:ext cx="6675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F5C13F"/>
                </a:solidFill>
                <a:latin typeface="Hanken Grotesk"/>
              </a:rPr>
              <a:t>LA MESA LISTA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5623560"/>
            <a:ext cx="6675120" cy="2197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14181F"/>
                </a:solidFill>
                <a:latin typeface="Bricolage Grotesque"/>
              </a:rPr>
              <a:t>Suma té y buena compañía.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C13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4518051" y="2874172"/>
            <a:ext cx="6748272" cy="8637788"/>
          </a:xfrm>
          <a:prstGeom prst="ellipse">
            <a:avLst/>
          </a:prstGeom>
          <a:solidFill>
            <a:srgbClr val="14181F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1821942"/>
            <a:ext cx="6675120" cy="305485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5800" b="1">
                <a:solidFill>
                  <a:srgbClr val="14181F"/>
                </a:solidFill>
                <a:latin typeface="Bricolage Grotesque"/>
              </a:rPr>
              <a:t>Guarda pa hoy 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4876800"/>
            <a:ext cx="6675120" cy="153085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2600" b="0">
                <a:solidFill>
                  <a:srgbClr val="14181F"/>
                </a:solidFill>
                <a:latin typeface="Hanken Grotesk"/>
              </a:rPr>
              <a:t>Pide tus huevos frescos en huevera.cl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