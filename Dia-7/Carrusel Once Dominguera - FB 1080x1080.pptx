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ONCE DOMINGUERA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14181F"/>
                </a:solidFill>
                <a:latin typeface="Bricolage Grotesque"/>
              </a:rPr>
              <a:t>Pan, huevo y palta: la once perfecta 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6696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pa hoy.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nce-hero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EL COMBO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Pan tostado + huevo + palta.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nce-spread_r8229600x452628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526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98348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LA MESA 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Suma té y buena compañía.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1821942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pa hoy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76800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Pide tus huevos frescos en 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