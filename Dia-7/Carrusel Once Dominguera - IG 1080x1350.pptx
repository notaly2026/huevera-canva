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ONCE DOMINGUERA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05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62936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14181F"/>
                </a:solidFill>
                <a:latin typeface="Bricolage Grotesque"/>
              </a:rPr>
              <a:t>Pan, huevo y palta: la once perfecta 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92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Guarda pa hoy.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nce-hero_r8229600x565785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11505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EL COMBO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5513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Pan tostado + huevo + palta.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nce-spread_r8229600x565785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11505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LA MESA 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5513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Suma té y buena compañía.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2850642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pa hoy 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05500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Pide tus huevos frescos en 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