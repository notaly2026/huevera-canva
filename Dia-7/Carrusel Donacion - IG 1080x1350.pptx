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PROGRAMA SOLIDARIO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2636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83561"/>
            <a:ext cx="6675120" cy="438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0" b="1">
                <a:solidFill>
                  <a:srgbClr val="14181F"/>
                </a:solidFill>
                <a:latin typeface="Bricolage Grotesque"/>
              </a:rPr>
              <a:t>Tu compra ayuda ❤️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971919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Así funciona la donación de Huevera.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533142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Bricolage Grotesque"/>
              </a:rPr>
              <a:t>Al hacer tu pedido puedes sumar una donación voluntaria.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635750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Tú eliges el monto.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F5C13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1280160"/>
            <a:ext cx="3200400" cy="3200400"/>
          </a:xfrm>
          <a:prstGeom prst="ellipse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$500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DESDE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Aporta desde $500, o el monto que quieras.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664447"/>
            <a:ext cx="6675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También puedes donar de forma anónima.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71267"/>
            <a:ext cx="6675120" cy="3626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>
                <a:solidFill>
                  <a:srgbClr val="14181F"/>
                </a:solidFill>
                <a:latin typeface="Bricolage Grotesque"/>
              </a:rPr>
              <a:t>Cada semana elegimos a quién ayudar: una familia, junta de vecinos u ONG.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97625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Y te mostramos el impacto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69786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55061"/>
            <a:ext cx="6675120" cy="3245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14181F"/>
                </a:solidFill>
                <a:latin typeface="Bricolage Grotesque"/>
              </a:rPr>
              <a:t>Conoce a quién ayudamos ❤️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00418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huevera.cl/donaciones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