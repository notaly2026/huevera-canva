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45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PROGRAMA SOLIDARIO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Tu compra ayuda 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887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Así funciona la donación de Huevera.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Suma una donación voluntaria a tu pedido.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4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Tú eliges el monto.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DESDE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F5C13F"/>
                </a:solidFill>
                <a:latin typeface="Bricolage Grotesque"/>
              </a:rPr>
              <a:t>$500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4177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98976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Aporta desde $500, o lo que quieras.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83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También puedes donar de forma anónima.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IMPACTO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86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43936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Cada semana elegimos a quién ayudar: familia, junta de vecinos u 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11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Y te mostramos el impacto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CONOCE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9836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40811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Conoce a quién ayudamos 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huevera.cl/donaciones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