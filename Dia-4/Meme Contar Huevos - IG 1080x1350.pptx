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7325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Yo contando los huevos antes de prometer once pa todos 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