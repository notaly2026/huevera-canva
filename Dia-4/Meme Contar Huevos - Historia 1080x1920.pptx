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8000" y="0"/>
            <a:ext cx="117856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4389120"/>
          </a:xfrm>
          <a:prstGeom prst="rect">
            <a:avLst/>
          </a:prstGeom>
          <a:solidFill>
            <a:srgbClr val="14181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75920"/>
            <a:ext cx="8229600" cy="1554480"/>
          </a:xfrm>
          <a:prstGeom prst="rect">
            <a:avLst/>
          </a:prstGeom>
          <a:solidFill>
            <a:srgbClr val="1418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Yo contando los huevos antes de prometer once pa todos 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