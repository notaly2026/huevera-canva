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_916_du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777240"/>
            <a:ext cx="189280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GUÍA CHILENA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¿Sabes qué tamaño de huevo compras?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3321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Te lo explicamos.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136245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EL DATO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50124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69636"/>
            <a:ext cx="6675120" cy="2959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Bricolage Grotesque"/>
              </a:rPr>
              <a:t>El tamaño = el peso del huevo.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5214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CALIBRES EN CHILE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35608"/>
            <a:ext cx="6675120" cy="130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181F"/>
                </a:solidFill>
                <a:latin typeface="Bricolage Grotesque"/>
              </a:rPr>
              <a:t>Tamaño, peso y proteína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2744216"/>
          <a:ext cx="6675119" cy="35661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53883"/>
                <a:gridCol w="2567353"/>
                <a:gridCol w="2053883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4181F"/>
                          </a:solidFill>
                          <a:latin typeface="Bricolage Grotesque"/>
                        </a:rPr>
                        <a:t>Tamaño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4181F"/>
                          </a:solidFill>
                          <a:latin typeface="Bricolage Grotesque"/>
                        </a:rPr>
                        <a:t>Peso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4181F"/>
                          </a:solidFill>
                          <a:latin typeface="Bricolage Grotesque"/>
                        </a:rPr>
                        <a:t>Proteína*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5C13F"/>
                          </a:solidFill>
                          <a:latin typeface="Bricolage Grotesque"/>
                        </a:rPr>
                        <a:t>Segunda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Bricolage Grotesque"/>
                        </a:rPr>
                        <a:t>hasta 54 g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Bricolage Grotesque"/>
                        </a:rPr>
                        <a:t>~5,5 g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5C13F"/>
                          </a:solidFill>
                          <a:latin typeface="Bricolage Grotesque"/>
                        </a:rPr>
                        <a:t>Primera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Bricolage Grotesque"/>
                        </a:rPr>
                        <a:t>55–59 g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Bricolage Grotesque"/>
                        </a:rPr>
                        <a:t>~6 g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5C13F"/>
                          </a:solidFill>
                          <a:latin typeface="Bricolage Grotesque"/>
                        </a:rPr>
                        <a:t>Extra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Bricolage Grotesque"/>
                        </a:rPr>
                        <a:t>60–64 g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Bricolage Grotesque"/>
                        </a:rPr>
                        <a:t>~6,5 g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5C13F"/>
                          </a:solidFill>
                          <a:latin typeface="Bricolage Grotesque"/>
                        </a:rPr>
                        <a:t>Súper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Bricolage Grotesque"/>
                        </a:rPr>
                        <a:t>65–69 g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Bricolage Grotesque"/>
                        </a:rPr>
                        <a:t>~7 g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5C13F"/>
                          </a:solidFill>
                          <a:latin typeface="Bricolage Grotesque"/>
                        </a:rPr>
                        <a:t>Jumbo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Bricolage Grotesque"/>
                        </a:rPr>
                        <a:t>70 g o más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Bricolage Grotesque"/>
                        </a:rPr>
                        <a:t>~8 g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58469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14181F"/>
                </a:solidFill>
                <a:latin typeface="Hanken Grotesk"/>
              </a:rPr>
              <a:t>*Proteína aproximada por huevo.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76123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OJO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8854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342636"/>
            <a:ext cx="6675120" cy="321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Bricolage Grotesque"/>
              </a:rPr>
              <a:t>Más grande no es mejor: solo tiene más gramos.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05531" y="5578856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¿CUÁL ELEGIR?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237224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181F"/>
                </a:solidFill>
                <a:latin typeface="Bricolage Grotesque"/>
              </a:rPr>
              <a:t>Repostería → tamaño parejo. Diario → el que te acomode.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GUÁRDALA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8854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342636"/>
            <a:ext cx="6675120" cy="321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Bricolage Grotesque"/>
              </a:rPr>
              <a:t>Guarda esta guía pa tu próxima compra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7558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Bricolage Grotesque"/>
              </a:rPr>
              <a:t>Pide en huevera.cl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