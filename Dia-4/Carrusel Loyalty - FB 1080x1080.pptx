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RANKING HUEVERA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4181F"/>
                </a:solidFill>
                <a:latin typeface="Bricolage Grotesque"/>
              </a:rPr>
              <a:t>Tu nivel sube con cada caja 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20968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Mientras más pides, más beneficios.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8600" b="1">
                <a:solidFill>
                  <a:srgbClr val="14181F"/>
                </a:solidFill>
                <a:latin typeface="Bricolage Grotesque"/>
              </a:rPr>
              <a:t>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CASHBACK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Ganas 1% en puntos por cada compra.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65947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Empiezas a acumular desde tu 1er pedido.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79067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Cada punto vale $1. Canjéalos desde 500 puntos.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019675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Hasta el 20% del subtotal de tu pedido.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7 NIVELES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102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Bricolage Grotesque"/>
              </a:rPr>
              <a:t>De Huevo a Patrón: qué ganas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519678"/>
          <a:ext cx="6675119" cy="38770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0487"/>
                <a:gridCol w="1820487"/>
                <a:gridCol w="3034145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Nivel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Acumulado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Beneficios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🥚 Huevo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Pre 1er pedido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Despacho gratis (1er)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🐣 Pollito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pedido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1% en puntos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🐔 Gallina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$700.000+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1% + 2 desp./mes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🐓 Gallo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$3.000.000+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2% off + 3 desp./mes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👨‍🌾 Granjero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$5.000.000+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4% off + 5 desp./mes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🏡 Hacendado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$10.000.000+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6% off + envío ilimitado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5C13F"/>
                          </a:solidFill>
                          <a:latin typeface="Bricolage Grotesque"/>
                        </a:rPr>
                        <a:t>🏆 Patrón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$20.000.000+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FFFFFF"/>
                          </a:solidFill>
                          <a:latin typeface="Bricolage Grotesque"/>
                        </a:rPr>
                        <a:t>7% off + prioridad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7671054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Desp. = despachos gratis al mes · off = descuento.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15567"/>
            <a:ext cx="6675120" cy="346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000" b="1">
                <a:solidFill>
                  <a:srgbClr val="14181F"/>
                </a:solidFill>
                <a:latin typeface="Bricolage Grotesque"/>
              </a:rPr>
              <a:t>Más nivel, más cashback y más despachos gratis.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083175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Tu fidelidad se nota en cada pedido.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675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47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14181F"/>
                </a:solidFill>
                <a:latin typeface="Bricolage Grotesque"/>
              </a:rPr>
              <a:t>Crea tu cuenta y junta desde tu 1er pedido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73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