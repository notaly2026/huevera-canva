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Hanken Grotesk"/>
              </a:rPr>
              <a:t>RANKING HUEVERA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448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14181F"/>
                </a:solidFill>
                <a:latin typeface="Bricolage Grotesque"/>
              </a:rPr>
              <a:t>Tu nivel sube con cada caja 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20968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Mientras más pides, más beneficios.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777240" y="1280160"/>
            <a:ext cx="3200400" cy="320040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320040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8600" b="1">
                <a:solidFill>
                  <a:srgbClr val="14181F"/>
                </a:solidFill>
                <a:latin typeface="Bricolage Grotesque"/>
              </a:rPr>
              <a:t>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3776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CASHBACK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577840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Ganas 1% en puntos por cada compra.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965947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Empiezas a acumular desde tu 1er pedido.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79067"/>
            <a:ext cx="6675120" cy="334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14181F"/>
                </a:solidFill>
                <a:latin typeface="Bricolage Grotesque"/>
              </a:rPr>
              <a:t>Cada punto vale $1. Canjéalos desde 500 puntos.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019675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Hasta el 20% del subtotal de tu pedido.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7 NIVELES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6675120" cy="2102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Bricolage Grotesque"/>
              </a:rPr>
              <a:t>De Huevo a Patrón: qué ganas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3519678"/>
          <a:ext cx="6675119" cy="38770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0487"/>
                <a:gridCol w="1820487"/>
                <a:gridCol w="3034145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181F"/>
                          </a:solidFill>
                          <a:latin typeface="Bricolage Grotesque"/>
                        </a:rPr>
                        <a:t>Nivel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181F"/>
                          </a:solidFill>
                          <a:latin typeface="Bricolage Grotesque"/>
                        </a:rPr>
                        <a:t>Acumulado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181F"/>
                          </a:solidFill>
                          <a:latin typeface="Bricolage Grotesque"/>
                        </a:rPr>
                        <a:t>Beneficios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5C13F"/>
                          </a:solidFill>
                          <a:latin typeface="Bricolage Grotesque"/>
                        </a:rPr>
                        <a:t>🥚 Huevo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Bricolage Grotesque"/>
                        </a:rPr>
                        <a:t>Pre 1er pedido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Bricolage Grotesque"/>
                        </a:rPr>
                        <a:t>Despacho gratis (1er)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5C13F"/>
                          </a:solidFill>
                          <a:latin typeface="Bricolage Grotesque"/>
                        </a:rPr>
                        <a:t>🐣 Pollito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Bricolage Grotesque"/>
                        </a:rPr>
                        <a:t>1er pedido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Bricolage Grotesque"/>
                        </a:rPr>
                        <a:t>1% en puntos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5C13F"/>
                          </a:solidFill>
                          <a:latin typeface="Bricolage Grotesque"/>
                        </a:rPr>
                        <a:t>🐔 Gallina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Bricolage Grotesque"/>
                        </a:rPr>
                        <a:t>$700.000+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Bricolage Grotesque"/>
                        </a:rPr>
                        <a:t>1% + 2 desp./mes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5C13F"/>
                          </a:solidFill>
                          <a:latin typeface="Bricolage Grotesque"/>
                        </a:rPr>
                        <a:t>🐓 Gallo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Bricolage Grotesque"/>
                        </a:rPr>
                        <a:t>$3.000.000+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Bricolage Grotesque"/>
                        </a:rPr>
                        <a:t>2% off + 3 desp./mes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5C13F"/>
                          </a:solidFill>
                          <a:latin typeface="Bricolage Grotesque"/>
                        </a:rPr>
                        <a:t>👨‍🌾 Granjero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Bricolage Grotesque"/>
                        </a:rPr>
                        <a:t>$5.000.000+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Bricolage Grotesque"/>
                        </a:rPr>
                        <a:t>4% off + 5 desp./mes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5C13F"/>
                          </a:solidFill>
                          <a:latin typeface="Bricolage Grotesque"/>
                        </a:rPr>
                        <a:t>🏡 Hacendado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Bricolage Grotesque"/>
                        </a:rPr>
                        <a:t>$10.000.000+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Bricolage Grotesque"/>
                        </a:rPr>
                        <a:t>6% off + envío ilimitado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5C13F"/>
                          </a:solidFill>
                          <a:latin typeface="Bricolage Grotesque"/>
                        </a:rPr>
                        <a:t>🏆 Patrón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Bricolage Grotesque"/>
                        </a:rPr>
                        <a:t>$20.000.000+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Bricolage Grotesque"/>
                        </a:rPr>
                        <a:t>7% off + prioridad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7671054"/>
            <a:ext cx="6675120" cy="1184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Desp. = despachos gratis al mes · off = descuento.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15567"/>
            <a:ext cx="6675120" cy="346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000" b="1">
                <a:solidFill>
                  <a:srgbClr val="14181F"/>
                </a:solidFill>
                <a:latin typeface="Bricolage Grotesque"/>
              </a:rPr>
              <a:t>Más nivel, más cashback y más despachos gratis.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083175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Tu fidelidad se nota en cada pedido.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77240" y="13675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4736"/>
            <a:ext cx="6675120" cy="384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14181F"/>
                </a:solidFill>
                <a:latin typeface="Bricolage Grotesque"/>
              </a:rPr>
              <a:t>Crea tu cuenta y junta desde tu 1er pedido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733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