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Huevo frito con borde crocante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3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El truco está en el aceite.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81F"/>
                </a:solidFill>
                <a:latin typeface="Bricolage Grotesque"/>
              </a:rPr>
              <a:t>Borde crocante, yema líquida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835907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35907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76610"/>
            <a:ext cx="5440680" cy="703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Aceite bien caliente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595704"/>
            <a:ext cx="5440680" cy="619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Ni tibio: que esté humeando un poco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242940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4294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83643"/>
            <a:ext cx="5440680" cy="703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Echa el huevo, no lo muevas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002737"/>
            <a:ext cx="5440680" cy="619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Deja que el borde se dore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6649973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649973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790676"/>
            <a:ext cx="5440680" cy="703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Baña la clara con el aceite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7409770"/>
            <a:ext cx="5440680" cy="619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Con una cuchara, por encima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805700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805700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8197709"/>
            <a:ext cx="5440680" cy="703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Borde crocante listo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8816803"/>
            <a:ext cx="5440680" cy="619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Yema líquida en el centro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232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804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Aceite caliente + bañar la clara.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883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455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el truco del aceite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