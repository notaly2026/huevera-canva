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96012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DESPACHO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Boleta o factura: tú eliges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346448"/>
            <a:ext cx="36576" cy="891235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9646" y="4666488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BOLETA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000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Por defecto, para todos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8661" y="4666488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FACTURA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7000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Con RUT, razón social y giro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8322564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83225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