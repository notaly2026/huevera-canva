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EDUCACIÓN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7584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2156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¿La cáscara de color es más sana? Spoiler: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3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Te explicamos por qué.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82721" y="5242052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MITO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900420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“El café es más natural / más sano.”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8852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Falso. Es solo color.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56991" y="4749927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408295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El color depende de la gallina, no del aporte.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3679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Por dentro: misma proteína, misma frescura.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219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2791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Blanco o color: tú decides por gusto.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Guarda y comparte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