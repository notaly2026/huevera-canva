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_9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Huevo frito con borde crocante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3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El truco está en el aceite.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2007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4181F"/>
                </a:solidFill>
                <a:latin typeface="Bricolage Grotesque"/>
              </a:rPr>
              <a:t>Borde crocante, yema líquida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835907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35907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085195"/>
            <a:ext cx="5440680" cy="12464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Aceite bien caliente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182063"/>
            <a:ext cx="5440680" cy="1096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Ni tibio: que esté humeando un poco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6328790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2879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6578078"/>
            <a:ext cx="5440680" cy="12464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Echa el huevo, no lo muevas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7674946"/>
            <a:ext cx="5440680" cy="1096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Deja que el borde se dore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8821673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8821673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9070961"/>
            <a:ext cx="5440680" cy="12464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Baña la clara con el aceite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0167829"/>
            <a:ext cx="5440680" cy="1096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Con una cuchara, por encima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11314556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131455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1563844"/>
            <a:ext cx="5440680" cy="12464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Borde crocante listo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12660712"/>
            <a:ext cx="5440680" cy="1096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Yema líquida en el centro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SECRETO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6949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1521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Aceite caliente + bañar la clara.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0600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5172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Guarda el truco del aceite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