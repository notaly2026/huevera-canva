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580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52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¿La cáscara de color es más sana? Spoiler: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2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Te explicamos por qué.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82721" y="2041652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0002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“El café es más natural / más sano.”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8812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Falso. Es solo color.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56991" y="1549527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07895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El color depende de la gallina, no del aporte.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675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Por dentro: misma proteína, misma frescura.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21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787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Blanco o color: tú decides por gusto.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Guarda y comparte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