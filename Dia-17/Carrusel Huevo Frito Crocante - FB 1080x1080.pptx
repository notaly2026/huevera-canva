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Huevo frito con borde crocante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truco está en el aceite.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81F"/>
                </a:solidFill>
                <a:latin typeface="Bricolage Grotesque"/>
              </a:rPr>
              <a:t>Borde crocante, yema líquida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709803" cy="709803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709803" cy="709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2803" y="3925175"/>
            <a:ext cx="5599557" cy="4463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Aceite bien caliente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2803" y="4317955"/>
            <a:ext cx="5599557" cy="39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Ni tibio: que esté humeando un poco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728590"/>
            <a:ext cx="709803" cy="709803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8590"/>
            <a:ext cx="709803" cy="709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2803" y="4817858"/>
            <a:ext cx="5599557" cy="4463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Echa el huevo, no lo muevas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2803" y="5210638"/>
            <a:ext cx="5599557" cy="39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Deja que el borde se dore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621273"/>
            <a:ext cx="709803" cy="709803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21273"/>
            <a:ext cx="709803" cy="709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2803" y="5710541"/>
            <a:ext cx="5599557" cy="4463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Baña la clara con el aceite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2803" y="6103321"/>
            <a:ext cx="5599557" cy="39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Con una cuchara, por encima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6513956"/>
            <a:ext cx="709803" cy="709803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513956"/>
            <a:ext cx="709803" cy="709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2803" y="6603224"/>
            <a:ext cx="5599557" cy="4463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Borde crocante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2803" y="6996004"/>
            <a:ext cx="5599557" cy="39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Yema líquida en el centro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Aceite caliente + bañar la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el truco del aceite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