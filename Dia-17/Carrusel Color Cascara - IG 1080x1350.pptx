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EDUCACIÓN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5867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043936"/>
            <a:ext cx="6675120" cy="346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14181F"/>
                </a:solidFill>
                <a:latin typeface="Bricolage Grotesque"/>
              </a:rPr>
              <a:t>¿La cáscara de color es más sana? Spoiler: 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115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Te explicamos por qué.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82721" y="3070352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EL MITO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728720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“El café es más natural / más sano.”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116827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Falso. Es solo color.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356991" y="2578227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LA VERDAD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36595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>
                <a:solidFill>
                  <a:srgbClr val="14181F"/>
                </a:solidFill>
                <a:latin typeface="Bricolage Grotesque"/>
              </a:rPr>
              <a:t>El color depende de la gallina, no del aporte.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196202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Por dentro: misma proteína, misma frescura.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ELIGE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6502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7436"/>
            <a:ext cx="6675120" cy="334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14181F"/>
                </a:solidFill>
                <a:latin typeface="Bricolage Grotesque"/>
              </a:rPr>
              <a:t>Blanco o color: tú decides por gusto.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Guarda y comparte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