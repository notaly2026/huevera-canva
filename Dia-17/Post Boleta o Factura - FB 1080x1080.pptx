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19856" y="96012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DESPACHO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Boleta o factura: tú eliges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96512" y="4346448"/>
            <a:ext cx="36576" cy="2511552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9646" y="4666488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BOLETA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000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Por defecto, para todos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8661" y="4666488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FACTURA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489448"/>
            <a:ext cx="3063240" cy="1373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0400" b="1">
                <a:solidFill>
                  <a:srgbClr val="F5C13F"/>
                </a:solidFill>
                <a:latin typeface="Bricolage Grotesque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7000240"/>
            <a:ext cx="2560320" cy="11849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Con RUT, razón social y giro</a:t>
            </a:r>
          </a:p>
        </p:txBody>
      </p:sp>
      <p:sp>
        <p:nvSpPr>
          <p:cNvPr id="11" name="Oval 10"/>
          <p:cNvSpPr/>
          <p:nvPr/>
        </p:nvSpPr>
        <p:spPr>
          <a:xfrm>
            <a:off x="3634740" y="5122164"/>
            <a:ext cx="960120" cy="96012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4740" y="5122164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