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HUEVERA.CL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Bricolage Grotesque"/>
              </a:rPr>
              <a:t>Tu huevo, fresco y por caja.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18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Pídelo online y te llega a la casa.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La caja más conveniente.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Para abastecer la casa sin gastar de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clásico que nunca falla.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180 huevos blancos, siempre frescos.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Los de color, para los fieles.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180 huevos de cáscara café.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NUEVO 🥑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4885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945761"/>
            <a:ext cx="6675120" cy="4007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14181F"/>
                </a:solidFill>
                <a:latin typeface="Bricolage Grotesque"/>
              </a:rPr>
              <a:t>¿Le sumas palta?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53119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Agrega Palta Hass en el checkout. Huevo + palta = la once perfecta.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PIDE YA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377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834636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Bricolage Grotesque"/>
              </a:rPr>
              <a:t>Arma tu caja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064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Despacho a tu casa, en pocos clics.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