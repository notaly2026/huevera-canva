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14181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075920"/>
            <a:ext cx="8229600" cy="1554480"/>
          </a:xfrm>
          <a:prstGeom prst="rect">
            <a:avLst/>
          </a:prstGeom>
          <a:solidFill>
            <a:srgbClr val="14181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COMBO DEL DÍA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774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834636"/>
            <a:ext cx="6675120" cy="422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Bricolage Grotesque"/>
              </a:rPr>
              <a:t>¿Le sumamos palta a tu caja? 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0642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Agrega Palta Hass en el checkout.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