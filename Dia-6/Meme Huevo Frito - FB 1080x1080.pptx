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r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93227"/>
            <a:ext cx="8229600" cy="102160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4389120"/>
          </a:xfrm>
          <a:prstGeom prst="rect">
            <a:avLst/>
          </a:prstGeom>
          <a:solidFill>
            <a:srgbClr val="14181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8229600" cy="1554480"/>
          </a:xfrm>
          <a:prstGeom prst="rect">
            <a:avLst/>
          </a:prstGeom>
          <a:solidFill>
            <a:srgbClr val="1418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Sábado: el día que por fin me sale el huevo frito perfecto 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