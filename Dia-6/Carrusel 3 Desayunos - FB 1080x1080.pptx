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RECETAS FINDE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4181F"/>
                </a:solidFill>
                <a:latin typeface="Bricolage Grotesque"/>
              </a:rPr>
              <a:t>3 desayunos con huevo pa lucirte 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los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revueltos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1 · REVUELTOS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Cremosos, a fuego 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frito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2 · HUEVO FRITO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Sobre pan tostado con palta.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pochado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3 · POCHADO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El brunch que impresiona.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2520442"/>
            <a:ext cx="6675120" cy="207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Guarda los 3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910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Pídelos frescos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