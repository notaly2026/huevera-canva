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0" y="0"/>
            <a:ext cx="117856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Sábado: el día que por fin me sale el huevo frito perfecto 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