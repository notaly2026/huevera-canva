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18051" y="4931572"/>
            <a:ext cx="6748272" cy="8637788"/>
          </a:xfrm>
          <a:prstGeom prst="ellipse">
            <a:avLst/>
          </a:prstGeom>
          <a:solidFill>
            <a:srgbClr val="14181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Hanken Grotesk"/>
              </a:rPr>
              <a:t>RECETAS FINDE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1422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599436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14181F"/>
                </a:solidFill>
                <a:latin typeface="Bricolage Grotesque"/>
              </a:rPr>
              <a:t>3 desayunos con huevo pa lucirte 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956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Guarda los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-revueltos_r8229600x565785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5657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11505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1 · REVUELTOS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5513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Cremosos, a fuego bajo.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-frito_r8229600x565785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5657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11505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2 · HUEVO FRITO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5513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Sobre pan tostado con palta.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-pochado_r8229600x5657850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5657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11505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Hanken Grotesk"/>
              </a:rPr>
              <a:t>3 · POCHADO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75513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El brunch que impresiona.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18051" y="4931572"/>
            <a:ext cx="6748272" cy="8637788"/>
          </a:xfrm>
          <a:prstGeom prst="ellipse">
            <a:avLst/>
          </a:prstGeom>
          <a:solidFill>
            <a:srgbClr val="14181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549142"/>
            <a:ext cx="6675120" cy="207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Guarda los 3 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19750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Pídelos frescos en 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