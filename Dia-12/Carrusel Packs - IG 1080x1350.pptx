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PRODUCTO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11048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567686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4181F"/>
                </a:solidFill>
                <a:latin typeface="Bricolage Grotesque"/>
              </a:rPr>
              <a:t>Pack de 3 o de 10: mientras más llevas, mejor rinde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877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Precios que rinden.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211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6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070096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27296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Pack de 3 cajas.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80404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Para surtir la semana sin quedarte corto.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211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6000" b="1">
                <a:solidFill>
                  <a:srgbClr val="F5C13F"/>
                </a:solidFill>
                <a:latin typeface="Bricolage Grotesque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070096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27296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4181F"/>
                </a:solidFill>
                <a:latin typeface="Bricolage Grotesque"/>
              </a:rPr>
              <a:t>Pack de 10 cajas.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80404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Para la casa grande, la once o tu negocio.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356991" y="2721102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LA 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379470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Mientras más cajas llevas, mejor el precio por caja.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66077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El pack hace la pega.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ELIGE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8883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345561"/>
            <a:ext cx="6675120" cy="2864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Mira los packs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