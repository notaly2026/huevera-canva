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EDUCACIÓN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205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62936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Bricolage Grotesque"/>
              </a:rPr>
              <a:t>La proteína más barata del súper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90362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Cada huevo trae ~6–7 g de proteína completa, por mucho menos que un batido o un trozo de carne. Pre o post entreno, cumple.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Bricolage Grotesque"/>
              </a:rPr>
              <a:t>Comparte con tu compañero de gym 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