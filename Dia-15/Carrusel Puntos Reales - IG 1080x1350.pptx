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HUMOR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42798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85186"/>
            <a:ext cx="6675120" cy="378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Cuando cachái que juntar puntos comprando huevos es real 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PUNTOS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1%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en puntos por cada compra.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1 punto por cada $100. Plata de verdad.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PÁSALA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9836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40811"/>
            <a:ext cx="6675120" cy="2673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Etiqueta a tu socio de huevos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