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76707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CALCULADORA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6675120" cy="20071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FFFFFF"/>
                </a:solidFill>
                <a:latin typeface="Bricolage Grotesque"/>
              </a:rPr>
              <a:t>¿Cuántos huevos a la semana?</a:t>
            </a:r>
          </a:p>
        </p:txBody>
      </p:sp>
      <p:sp>
        <p:nvSpPr>
          <p:cNvPr id="4" name="Oval 3"/>
          <p:cNvSpPr/>
          <p:nvPr/>
        </p:nvSpPr>
        <p:spPr>
          <a:xfrm>
            <a:off x="777240" y="3835907"/>
            <a:ext cx="458724" cy="458724"/>
          </a:xfrm>
          <a:prstGeom prst="ellipse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835907"/>
            <a:ext cx="458724" cy="4587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14181F"/>
                </a:solidFill>
                <a:latin typeface="Bricolage Grotesque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1724" y="3900067"/>
            <a:ext cx="5850636" cy="32080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Bricolage Grotesque"/>
              </a:rPr>
              <a:t>Cuántos son en casa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1724" y="4182373"/>
            <a:ext cx="5850636" cy="2823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FFFFF"/>
                </a:solidFill>
                <a:latin typeface="Hanken Grotesk"/>
              </a:rPr>
              <a:t>Personas que comen huevo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4477511"/>
            <a:ext cx="458724" cy="458724"/>
          </a:xfrm>
          <a:prstGeom prst="ellipse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477511"/>
            <a:ext cx="458724" cy="4587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14181F"/>
                </a:solidFill>
                <a:latin typeface="Bricolage Grotesque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1724" y="4541671"/>
            <a:ext cx="5850636" cy="32080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Bricolage Grotesque"/>
              </a:rPr>
              <a:t>Cuánto consumen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1724" y="4823977"/>
            <a:ext cx="5850636" cy="2823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FFFFF"/>
                </a:solidFill>
                <a:latin typeface="Hanken Grotesk"/>
              </a:rPr>
              <a:t>Huevos por persona al día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5119115"/>
            <a:ext cx="458724" cy="458724"/>
          </a:xfrm>
          <a:prstGeom prst="ellipse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5119115"/>
            <a:ext cx="458724" cy="4587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14181F"/>
                </a:solidFill>
                <a:latin typeface="Bricolage Grotesque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1724" y="5183275"/>
            <a:ext cx="5850636" cy="32080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Bricolage Grotesque"/>
              </a:rPr>
              <a:t>Listo: te recomienda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1724" y="5465581"/>
            <a:ext cx="5850636" cy="2823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FFFFF"/>
                </a:solidFill>
                <a:latin typeface="Hanken Grotesk"/>
              </a:rPr>
              <a:t>Caja + cantidad + frecuencia ideal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126480"/>
            <a:ext cx="6675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Bricolage Grotesque"/>
              </a:rPr>
              <a:t>Úsala en huevera.cl/#calculadora 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FFFFF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