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11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2296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2864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Bricolage Grotesque"/>
              </a:rPr>
              <a:t>De Pollito a Patrón 🐣→👑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996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Así subes de nivel en Huevera.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LOS 7 NIVELES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37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Bricolage Grotesque"/>
              </a:rPr>
              <a:t>Sube con cada caja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807716"/>
          <a:ext cx="6675120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8780"/>
                <a:gridCol w="2225040"/>
                <a:gridCol w="27813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Nivel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Desde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Beneficio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Huevo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—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despacho gratis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Pollito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pedido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1% en puntos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Gallina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$700.000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 despachos gratis/mes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$3.000.000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Granjero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$5.000.000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4%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Hacendado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$10.000.000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6%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Patrón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$20.000.000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7%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 LÓGICA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850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422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Mientras más pides, más alto tu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558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Más cashback y más despachos gratis.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TU NIVEL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0728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644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Revisa tu nivel en tu cuenta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