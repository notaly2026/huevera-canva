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CALCULADORA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¿Cuántos huevos a la semana?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835907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35907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113427"/>
            <a:ext cx="5440680" cy="1387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Cuántos son en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334517"/>
            <a:ext cx="5440680" cy="1221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Personas que comen huevo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6611111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611111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888631"/>
            <a:ext cx="5440680" cy="1387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Cuánto consumen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8109721"/>
            <a:ext cx="5440680" cy="1221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Huevos por persona al día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9386315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9386315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9663835"/>
            <a:ext cx="5440680" cy="13876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Listo: te recomienda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0884925"/>
            <a:ext cx="5440680" cy="1221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Caja + cantidad + frecuencia ideal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252728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Úsala en huevera.cl/#calculadora 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