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8451" y="96012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HUMOR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Cuando dijiste “yo cocino”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096512" y="4346448"/>
            <a:ext cx="36576" cy="2511552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6726" y="4666488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LO QUE DIJISTE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89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14181F"/>
                </a:solidFill>
                <a:latin typeface="Bricolage Grotesque"/>
              </a:rPr>
              <a:t>👨‍🍳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000240"/>
            <a:ext cx="25603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14181F"/>
                </a:solidFill>
                <a:latin typeface="Hanken Grotesk"/>
              </a:rPr>
              <a:t>“Yo cocino”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74336" y="4666488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LO QUE SABÍS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489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14181F"/>
                </a:solidFill>
                <a:latin typeface="Bricolage Grotesque"/>
              </a:rPr>
              <a:t>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7000240"/>
            <a:ext cx="25603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14181F"/>
                </a:solidFill>
                <a:latin typeface="Hanken Grotesk"/>
              </a:rPr>
              <a:t>Huevo revuelto</a:t>
            </a:r>
          </a:p>
        </p:txBody>
      </p:sp>
      <p:sp>
        <p:nvSpPr>
          <p:cNvPr id="11" name="Oval 10"/>
          <p:cNvSpPr/>
          <p:nvPr/>
        </p:nvSpPr>
        <p:spPr>
          <a:xfrm>
            <a:off x="3634740" y="5122164"/>
            <a:ext cx="960120" cy="96012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4740" y="5122164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5C13F"/>
                </a:solidFill>
                <a:latin typeface="Bricolage Grotesque"/>
              </a:rP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