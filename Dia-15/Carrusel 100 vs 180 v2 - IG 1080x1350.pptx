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PRODUCTO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459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16936"/>
            <a:ext cx="6675120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Bricolage Grotesque"/>
              </a:rPr>
              <a:t>Caja de 100 vs 180: ¿cuál te rinde más?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638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Te ayudamos a elegir.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CARA A CARA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911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4181F"/>
                </a:solidFill>
                <a:latin typeface="Bricolage Grotesque"/>
              </a:rPr>
              <a:t>Mismo huevo, distinta caja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347466"/>
          <a:ext cx="667512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5040"/>
                <a:gridCol w="1668780"/>
                <a:gridCol w="27813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81F"/>
                          </a:solidFill>
                          <a:latin typeface="Bricolage Grotesque"/>
                        </a:rPr>
                        <a:t>Caja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81F"/>
                          </a:solidFill>
                          <a:latin typeface="Bricolage Grotesque"/>
                        </a:rPr>
                        <a:t>Unidades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81F"/>
                          </a:solidFill>
                          <a:latin typeface="Bricolage Grotesque"/>
                        </a:rPr>
                        <a:t>Ideal para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5C13F"/>
                          </a:solidFill>
                          <a:latin typeface="Bricolage Grotesque"/>
                        </a:rPr>
                        <a:t>Super Blanco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100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El día a día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5C13F"/>
                          </a:solidFill>
                          <a:latin typeface="Bricolage Grotesque"/>
                        </a:rPr>
                        <a:t>Extra Blanco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Que no falte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5C13F"/>
                          </a:solidFill>
                          <a:latin typeface="Bricolage Grotesque"/>
                        </a:rPr>
                        <a:t>Extra Color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180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FFFFFF"/>
                          </a:solidFill>
                          <a:latin typeface="Bricolage Grotesque"/>
                        </a:rPr>
                        <a:t>Los de color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9856" y="2514727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LA REGLA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73095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Pocos en casa → 100. Familia o negocio → 180.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597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Mientras más llevas, mejor rinde.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232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804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Compara las cajas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