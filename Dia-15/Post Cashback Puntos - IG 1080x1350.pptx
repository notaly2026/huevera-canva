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Tus huevos te devuelven plata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1 punto por cada $100. Plata de verdad, no humo.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1838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Crea tu cuenta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