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sh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CASHBACK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Bricolage Grotesque"/>
              </a:rPr>
              <a:t>Tus huevos te devuelven plata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1 punto por cada $100. Plata de verdad, no humo.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5272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Crea tu cuenta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