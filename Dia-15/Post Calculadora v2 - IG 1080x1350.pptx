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CALCULADORA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6675120" cy="2007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Bricolage Grotesque"/>
              </a:rPr>
              <a:t>¿Cuántos huevos a la semana?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3835907"/>
            <a:ext cx="868680" cy="868680"/>
          </a:xfrm>
          <a:prstGeom prst="ellipse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835907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14181F"/>
                </a:solidFill>
                <a:latin typeface="Bricolage Grotesque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968647"/>
            <a:ext cx="5440680" cy="6637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Bricolage Grotesque"/>
              </a:rPr>
              <a:t>Cuántos son en casa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4552705"/>
            <a:ext cx="5440680" cy="5840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FFFFF"/>
                </a:solidFill>
                <a:latin typeface="Hanken Grotesk"/>
              </a:rPr>
              <a:t>Personas que comen huevo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5163311"/>
            <a:ext cx="868680" cy="868680"/>
          </a:xfrm>
          <a:prstGeom prst="ellipse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63311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14181F"/>
                </a:solidFill>
                <a:latin typeface="Bricolage Grotesq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5296051"/>
            <a:ext cx="5440680" cy="6637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Bricolage Grotesque"/>
              </a:rPr>
              <a:t>Cuánto consumen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5880109"/>
            <a:ext cx="5440680" cy="5840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FFFFF"/>
                </a:solidFill>
                <a:latin typeface="Hanken Grotesk"/>
              </a:rPr>
              <a:t>Huevos por persona al día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6490715"/>
            <a:ext cx="868680" cy="868680"/>
          </a:xfrm>
          <a:prstGeom prst="ellipse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6490715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14181F"/>
                </a:solidFill>
                <a:latin typeface="Bricolage Grotesque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6623455"/>
            <a:ext cx="5440680" cy="6637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Bricolage Grotesque"/>
              </a:rPr>
              <a:t>Listo: te recomienda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7207513"/>
            <a:ext cx="5440680" cy="5840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FFFFF"/>
                </a:solidFill>
                <a:latin typeface="Hanken Grotesk"/>
              </a:rPr>
              <a:t>Caja + cantidad + frecuencia ideal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818388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Bricolage Grotesque"/>
              </a:rPr>
              <a:t>Úsala en huevera.cl/#calculadora 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