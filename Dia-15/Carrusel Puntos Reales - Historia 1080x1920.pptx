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HUMOR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5996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56886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Cuando cachái que juntar puntos comprando huevos es real 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PUNTOS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1%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en puntos por cada compra.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1 punto por cada $100. Plata de verdad.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PÁSALA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1553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12511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Etiqueta a tu socio de huevos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