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_45_du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777240"/>
            <a:ext cx="126415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LOYALTY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6675120" cy="2864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Bricolage Grotesque"/>
              </a:rPr>
              <a:t>De Pollito a Patrón 🐣→👑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29996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Así subes de nivel en Huevera.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92811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LOS 7 NIVELES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37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Bricolage Grotesque"/>
              </a:rPr>
              <a:t>Sube con cada caja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2807716"/>
          <a:ext cx="6675120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68780"/>
                <a:gridCol w="2225040"/>
                <a:gridCol w="27813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181F"/>
                          </a:solidFill>
                          <a:latin typeface="Bricolage Grotesque"/>
                        </a:rPr>
                        <a:t>Nivel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181F"/>
                          </a:solidFill>
                          <a:latin typeface="Bricolage Grotesque"/>
                        </a:rPr>
                        <a:t>Desde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181F"/>
                          </a:solidFill>
                          <a:latin typeface="Bricolage Grotesque"/>
                        </a:rPr>
                        <a:t>Beneficio</a:t>
                      </a:r>
                    </a:p>
                  </a:txBody>
                  <a:tcPr marL="128016" marR="73152" marT="27432" marB="27432" anchor="ctr">
                    <a:solidFill>
                      <a:srgbClr val="F5C13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Huevo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—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1er despacho gratis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Pollito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1er pedido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1% en puntos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Gallina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$700.000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2 despachos gratis/mes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Gallo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$3.000.000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2% off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Granjero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$5.000.000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4% off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Hacendado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$10.000.000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6% off</a:t>
                      </a:r>
                    </a:p>
                  </a:txBody>
                  <a:tcPr marL="128016" marR="73152" marT="27432" marB="27432" anchor="ctr">
                    <a:solidFill>
                      <a:srgbClr val="14181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5C13F"/>
                          </a:solidFill>
                          <a:latin typeface="Bricolage Grotesque"/>
                        </a:rPr>
                        <a:t>Patrón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$20.000.000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  <a:latin typeface="Bricolage Grotesque"/>
                        </a:rPr>
                        <a:t>7% off</a:t>
                      </a:r>
                    </a:p>
                  </a:txBody>
                  <a:tcPr marL="128016" marR="73152" marT="27432" marB="27432" anchor="ctr">
                    <a:solidFill>
                      <a:srgbClr val="2026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51561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LA LÓGICA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713736"/>
            <a:ext cx="1371600" cy="146304"/>
          </a:xfrm>
          <a:prstGeom prst="rect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70936"/>
            <a:ext cx="6675120" cy="321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Bricolage Grotesque"/>
              </a:rPr>
              <a:t>Mientras más pides, más alto tu tier.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45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Hanken Grotesk"/>
              </a:rPr>
              <a:t>Más cashback y más despachos gratis.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TU NIVEL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935986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393186"/>
            <a:ext cx="6675120" cy="276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4181F"/>
                </a:solidFill>
                <a:latin typeface="Bricolage Grotesque"/>
              </a:rPr>
              <a:t>Revisa tu nivel en tu cuenta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