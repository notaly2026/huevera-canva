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631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886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Bricolage Grotesque"/>
              </a:rPr>
              <a:t>Caja de 100 vs 180: ¿cuál te rinde más?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10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Te ayudamos a elegir.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CARA A 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91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81F"/>
                </a:solidFill>
                <a:latin typeface="Bricolage Grotesque"/>
              </a:rPr>
              <a:t>Mismo huevo, distinta caja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34746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5040"/>
                <a:gridCol w="1668780"/>
                <a:gridCol w="27813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Caja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Unidades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Ideal para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Super Blanco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El día a día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 Blanco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Que no falte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 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Los de 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4686427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 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344795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Pocos en casa → 100. Familia o negocio → 180.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314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llevas, mejor rinde.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6949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1521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Compara las cajas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