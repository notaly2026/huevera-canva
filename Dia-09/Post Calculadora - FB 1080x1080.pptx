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CALCULADORA HUEVERA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Bricolage Grotesque"/>
              </a:rPr>
              <a:t>¿Cuántos huevos necesita tu casa? 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77052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Te lo calculamos en 10 segundos.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