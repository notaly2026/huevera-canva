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mb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Cuando dijiste “yo cocino” y solo sabís hacer huevo revuelto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