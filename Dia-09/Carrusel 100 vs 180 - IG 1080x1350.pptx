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96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534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Caja de 100 vs. 180: ¿cuál te rinde más?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02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Te ayudamos a elegir.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31261" y="96012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CARA A CARA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2102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Mismo huevo, distinta caja.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4251198"/>
            <a:ext cx="36576" cy="4664202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62456" y="4571238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SUPER BLANCO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19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904990"/>
            <a:ext cx="306324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Para el día a día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4391" y="4571238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39419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904990"/>
            <a:ext cx="306324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Familia o negocio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6103239"/>
            <a:ext cx="960120" cy="96012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6103239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SUPER BLANCO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68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La más conveniente.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84823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Justo para abastecer la casa sin que sobre.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(BLANCO O COLOR)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68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La que más rinde.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84823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Para familias grandes, onces y negocios.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9856" y="2514727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LA REGLA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73095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Pocos en casa → 100. Familia o negocio → 180.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597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Mientras más llevas, mejor rinde.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232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804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Compara las cajas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