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Caja de 100 vs. 180: ¿cuál te rinde más?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73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Te ayudamos a elegir.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31261" y="9601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CARA A 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02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Mismo huevo, distinta caja.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251198"/>
            <a:ext cx="36576" cy="260680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62456" y="4571238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19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904990"/>
            <a:ext cx="306324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Para el día a día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4391" y="4571238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39419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904990"/>
            <a:ext cx="306324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Familia o negocio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5074539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5074539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SUPER BLANCO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La más conveniente.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4823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Justo para abastecer la casa sin que sobre.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(BLANCO O COLOR)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180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La que más rinde.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4823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familias grandes, onces y negocios.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1486027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 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4395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Pocos en casa → 100. Familia o negocio → 180.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310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llevas, mejor rinde.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Compara las cajas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