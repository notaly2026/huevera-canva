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4931572"/>
            <a:ext cx="6748272" cy="8637788"/>
          </a:xfrm>
          <a:prstGeom prst="ellipse">
            <a:avLst/>
          </a:prstGeom>
          <a:solidFill>
            <a:srgbClr val="F5C13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CALCULADORA HUEVERA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Bricolage Grotesque"/>
              </a:rPr>
              <a:t>¿Cuántos huevos necesita tu casa?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46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Te lo calculamos en 10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