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CALCULADORA HUEVERA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51736"/>
            <a:ext cx="1371600" cy="146304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408936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FFFFFF"/>
                </a:solidFill>
                <a:latin typeface="Bricolage Grotesque"/>
              </a:rPr>
              <a:t>¿Cuántos huevos necesita tu casa? 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465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Hanken Grotesk"/>
              </a:rPr>
              <a:t>Te lo calculamos en 10 segundos.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