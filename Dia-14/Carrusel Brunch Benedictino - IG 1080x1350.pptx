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BRUNCH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29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Bricolage Grotesque"/>
              </a:rPr>
              <a:t>Huevos benedictinos a la chilena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2846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El brunch dominguero que se luce.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En 4 pasos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91408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9140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09696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Pocha los huevos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843121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Agua caliente + un chorrito de vinagre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4909566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09566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927854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Tuesta el pan amasado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361279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Bien dorado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6427724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427724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6446012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Salsa simple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6879437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Mantequilla, yema y limón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7945882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7945882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7964170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Arma y sirve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8397595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Pan, huevo y salsa encima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RESULTADO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5232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804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Bricolage Grotesque"/>
              </a:rPr>
              <a:t>Domingo nivel chef, sin salir de casa.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GUÁRDALO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8883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345561"/>
            <a:ext cx="6675120" cy="2864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Guarda pa el próximo finde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124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Tus huevos frescos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