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_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BRUNCH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Huevos benedictinos a la chilena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2846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El brunch dominguero que se luce.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En 4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Pocha los huevos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Agua caliente + un chorrito de vinagre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99541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99541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013704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Tuesta el pan amasado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447129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Bien dorado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859942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859942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8617712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Salsa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9051137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Mantequilla, yema y limón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11203432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120343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1221720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Arma y sirve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1655145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Pan, huevo y salsa encima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RESULTADO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6949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1521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Domingo nivel chef, sin salir de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0600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172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pa el próximo finde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