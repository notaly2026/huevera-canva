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BRUNCH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Huevos benedictinos a la chilena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2846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El brunch dominguero que se luce.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En 4 pasos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20928" cy="820928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20928" cy="820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3928" y="3409696"/>
            <a:ext cx="5488432" cy="4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Pocha los huevos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3928" y="3818290"/>
            <a:ext cx="5488432" cy="410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Agua caliente + un chorrito de vinagre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395216"/>
            <a:ext cx="820928" cy="820928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395216"/>
            <a:ext cx="820928" cy="820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3928" y="4413504"/>
            <a:ext cx="5488432" cy="4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Tuesta el pan amasado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3928" y="4822098"/>
            <a:ext cx="5488432" cy="410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Bien dorado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399024"/>
            <a:ext cx="820928" cy="820928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99024"/>
            <a:ext cx="820928" cy="820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3928" y="5417312"/>
            <a:ext cx="5488432" cy="4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Salsa simple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3928" y="5825906"/>
            <a:ext cx="5488432" cy="410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Mantequilla, yema y limón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6402832"/>
            <a:ext cx="820928" cy="820928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02832"/>
            <a:ext cx="820928" cy="820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3928" y="6421120"/>
            <a:ext cx="5488432" cy="4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Arma y sirve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3928" y="6829714"/>
            <a:ext cx="5488432" cy="410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Pan, huevo y salsa encima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RESULTADO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Domingo nivel chef, sin salir de casa.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GUÁRDALO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596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168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Guarda pa el próximo finde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Tus huevos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