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COMUNIDAD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5679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51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Esta semana ayudamos a una familia 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873744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Gracias a cada caja. Una parte se vuelve ayuda real, semana a semana.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7558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Mira el impacto en huevera.cl/donaciones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