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94126" y="96012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TU DOMINGO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¿Qué domingo te tocó?</a:t>
            </a:r>
          </a:p>
        </p:txBody>
      </p:sp>
      <p:sp>
        <p:nvSpPr>
          <p:cNvPr id="4" name="Rectangle 3"/>
          <p:cNvSpPr/>
          <p:nvPr/>
        </p:nvSpPr>
        <p:spPr>
          <a:xfrm>
            <a:off x="4096512" y="3711448"/>
            <a:ext cx="36576" cy="5203952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76781" y="4031488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EL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54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65240"/>
            <a:ext cx="25603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Benedictinos y mantel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7201" y="4031488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 REALIDAD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854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6365240"/>
            <a:ext cx="25603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Tallarines no más</a:t>
            </a:r>
          </a:p>
        </p:txBody>
      </p:sp>
      <p:sp>
        <p:nvSpPr>
          <p:cNvPr id="11" name="Oval 10"/>
          <p:cNvSpPr/>
          <p:nvPr/>
        </p:nvSpPr>
        <p:spPr>
          <a:xfrm>
            <a:off x="3634740" y="5833364"/>
            <a:ext cx="960120" cy="96012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4740" y="5833364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