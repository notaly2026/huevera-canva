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COMUNIDAD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675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47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4181F"/>
                </a:solidFill>
                <a:latin typeface="Bricolage Grotesque"/>
              </a:rPr>
              <a:t>Esta semana ayudamos a una familia 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45712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Gracias a cada caja. Una parte se vuelve ayuda real, semana a semana.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Mira el impacto en huevera.cl/donaciones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