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4126" y="9601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DOMINGO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¿Qué domingo te tocó?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3711448"/>
            <a:ext cx="36576" cy="31465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6781" y="4031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Benedictinos y mantel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7201" y="4031488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REALIDAD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Tallarines no más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48046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48046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