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76123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POV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5232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804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4181F"/>
                </a:solidFill>
                <a:latin typeface="Bricolage Grotesque"/>
              </a:rPr>
              <a:t>Prometiste flan… y se te olvidó comprar huevos.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75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El drama de cada cocinero. 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