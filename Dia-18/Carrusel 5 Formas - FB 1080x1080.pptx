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5_11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5 formas de comer huevo que no son ni revuelto ni frito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14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Sal de la rutina.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49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4181F"/>
                </a:solidFill>
                <a:latin typeface="Bricolage Grotesque"/>
              </a:rPr>
              <a:t>Más allá del sartén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27908"/>
            <a:ext cx="632866" cy="632866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27908"/>
            <a:ext cx="632866" cy="632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866" y="3409482"/>
            <a:ext cx="5676494" cy="407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Pochado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5866" y="3768411"/>
            <a:ext cx="5676494" cy="35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Sobre pan tostado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143654"/>
            <a:ext cx="632866" cy="632866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43654"/>
            <a:ext cx="632866" cy="632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5866" y="4225228"/>
            <a:ext cx="5676494" cy="407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Al horno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5866" y="4584157"/>
            <a:ext cx="5676494" cy="35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En palta o tomate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959400"/>
            <a:ext cx="632866" cy="632866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59400"/>
            <a:ext cx="632866" cy="632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5866" y="5040974"/>
            <a:ext cx="5676494" cy="407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Omelette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5866" y="5399903"/>
            <a:ext cx="5676494" cy="35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De verduras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775147"/>
            <a:ext cx="632866" cy="632866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775147"/>
            <a:ext cx="632866" cy="632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5866" y="5856721"/>
            <a:ext cx="5676494" cy="407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Duro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5866" y="6215650"/>
            <a:ext cx="5676494" cy="35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En ensalada o picadillo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6590893"/>
            <a:ext cx="632866" cy="632866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590893"/>
            <a:ext cx="632866" cy="632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866" y="6672467"/>
            <a:ext cx="5676494" cy="407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Benedictino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5866" y="7031396"/>
            <a:ext cx="5676494" cy="35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81F"/>
                </a:solidFill>
                <a:latin typeface="Hanken Grotesk"/>
              </a:rPr>
              <a:t>El brunch que luce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El huevo: mil formas más allá del revuelto.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2247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81986"/>
            <a:ext cx="6675120" cy="213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las 5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Pídelos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