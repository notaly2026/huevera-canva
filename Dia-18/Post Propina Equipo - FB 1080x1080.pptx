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PROPINA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5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800" b="1">
                <a:solidFill>
                  <a:srgbClr val="F5C13F"/>
                </a:solidFill>
                <a:latin typeface="Bricolage Grotesque"/>
              </a:rPr>
              <a:t>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15360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72560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va pa ellos 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25668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Suma propina al equipo de despacho (5%, 10% o lo que quieras). El 100% es para ellos.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Súmala en tu próximo pedido · 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