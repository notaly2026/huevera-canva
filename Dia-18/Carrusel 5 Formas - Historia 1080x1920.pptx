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5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RECETAS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Bricolage Grotesque"/>
              </a:rPr>
              <a:t>5 formas de comer huevo que no son ni revuelto ni frito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142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Sal de la rutina.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LAS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49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4181F"/>
                </a:solidFill>
                <a:latin typeface="Bricolage Grotesque"/>
              </a:rPr>
              <a:t>Más allá del sartén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27908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279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537498"/>
            <a:ext cx="5440680" cy="10479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Pochado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459697"/>
            <a:ext cx="5440680" cy="922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Sobre pan tostado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5423814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42381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633404"/>
            <a:ext cx="5440680" cy="10479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Al horno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555603"/>
            <a:ext cx="5440680" cy="922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En palta o tomate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7519720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7519720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7729310"/>
            <a:ext cx="5440680" cy="10479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Omelette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8651509"/>
            <a:ext cx="5440680" cy="922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De verduras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9615627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9615627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9825217"/>
            <a:ext cx="5440680" cy="10479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Duro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10747416"/>
            <a:ext cx="5440680" cy="922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En ensalada o picadillo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11711533"/>
            <a:ext cx="868680" cy="868680"/>
          </a:xfrm>
          <a:prstGeom prst="ellipse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1711533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11921123"/>
            <a:ext cx="5440680" cy="10479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181F"/>
                </a:solidFill>
                <a:latin typeface="Bricolage Grotesque"/>
              </a:rPr>
              <a:t>Benedictino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12843322"/>
            <a:ext cx="5440680" cy="9221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181F"/>
                </a:solidFill>
                <a:latin typeface="Hanken Grotesk"/>
              </a:rPr>
              <a:t>El brunch que luce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LA IDEA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El huevo: mil formas más allá del revuelto.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GUÁRDALAS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42518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882386"/>
            <a:ext cx="6675120" cy="213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Guarda las 5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Pídelos frescos en huevera.cl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