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PROPINA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558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1800" b="1">
                <a:solidFill>
                  <a:srgbClr val="F5C13F"/>
                </a:solidFill>
                <a:latin typeface="Bricolage Grotesque"/>
              </a:rPr>
              <a:t>100%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515360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972560"/>
            <a:ext cx="6675120" cy="1753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Bricolage Grotesque"/>
              </a:rPr>
              <a:t>va pa ellos 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725668"/>
            <a:ext cx="6675120" cy="1661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Suma propina al equipo de despacho (5%, 10% o lo que quieras). El 100% es para ellos.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4124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Bricolage Grotesque"/>
              </a:rPr>
              <a:t>Súmala en tu próximo pedido · huevera.cl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