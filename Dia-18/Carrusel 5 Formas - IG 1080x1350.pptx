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5_45_d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0"/>
            <a:ext cx="828675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RECETAS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57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Bricolage Grotesque"/>
              </a:rPr>
              <a:t>5 formas de comer huevo que no son ni revuelto ni frito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142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Sal de la rutina.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LAS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1499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4181F"/>
                </a:solidFill>
                <a:latin typeface="Bricolage Grotesque"/>
              </a:rPr>
              <a:t>Más allá del sartén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327908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327908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50630"/>
            <a:ext cx="5440680" cy="6136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Pochado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990610"/>
            <a:ext cx="5440680" cy="539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Sobre pan tostado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555134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555134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677856"/>
            <a:ext cx="5440680" cy="6136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Al horno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217836"/>
            <a:ext cx="5440680" cy="539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En palta o tomate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5782360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78236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905082"/>
            <a:ext cx="5440680" cy="6136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Omelette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6445062"/>
            <a:ext cx="5440680" cy="539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De verduras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7009587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7009587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7132309"/>
            <a:ext cx="5440680" cy="6136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Duro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7672289"/>
            <a:ext cx="5440680" cy="539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En ensalada o picadillo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8236813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8236813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8359535"/>
            <a:ext cx="5440680" cy="6136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Benedictino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8899515"/>
            <a:ext cx="5440680" cy="539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El brunch que luce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LA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7137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709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El huevo: mil formas más allá del revuelto.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GUÁRDALAS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5348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10686"/>
            <a:ext cx="6675120" cy="213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Guarda las 5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Pídelos frescos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