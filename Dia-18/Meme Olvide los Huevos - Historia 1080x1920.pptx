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POV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6949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1521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Prometiste flan… y se te olvidó comprar huevos.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74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 drama de cada cocinero. 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