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_45_du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75" y="0"/>
            <a:ext cx="828675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777240"/>
            <a:ext cx="138988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PRODUCTO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35608"/>
            <a:ext cx="6675120" cy="2388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Bricolage Grotesque"/>
              </a:rPr>
              <a:t>Conoce las cajas de Huevera 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23715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Elige la tuya.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0" y="92811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1188720"/>
            <a:ext cx="164134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CAJA SUPER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47088"/>
            <a:ext cx="6675120" cy="1981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5C13F"/>
                </a:solidFill>
                <a:latin typeface="Bricolage Grotesque"/>
              </a:rPr>
              <a:t>100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3938015"/>
            <a:ext cx="1554480" cy="146304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395215"/>
            <a:ext cx="6675120" cy="2388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Bricolage Grotesque"/>
              </a:rPr>
              <a:t>100 huevos — la más económica.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783322"/>
            <a:ext cx="6675120" cy="899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Hanken Grotesk"/>
              </a:rPr>
              <a:t>Para abastecer la casa.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7670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LAS 3 CAJAS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911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4181F"/>
                </a:solidFill>
                <a:latin typeface="Bricolage Grotesque"/>
              </a:rPr>
              <a:t>Elige según cuánto consumes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3347466"/>
          <a:ext cx="6675120" cy="2359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71950"/>
                <a:gridCol w="250317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181F"/>
                          </a:solidFill>
                          <a:latin typeface="Bricolage Grotesque"/>
                        </a:rPr>
                        <a:t>Caja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181F"/>
                          </a:solidFill>
                          <a:latin typeface="Bricolage Grotesque"/>
                        </a:rPr>
                        <a:t>Huevos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5C13F"/>
                          </a:solidFill>
                          <a:latin typeface="Bricolage Grotesque"/>
                        </a:rPr>
                        <a:t>Super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FFFFFF"/>
                          </a:solidFill>
                          <a:latin typeface="Bricolage Grotesque"/>
                        </a:rPr>
                        <a:t>100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5C13F"/>
                          </a:solidFill>
                          <a:latin typeface="Bricolage Grotesque"/>
                        </a:rPr>
                        <a:t>Blanco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FFFFFF"/>
                          </a:solidFill>
                          <a:latin typeface="Bricolage Grotesque"/>
                        </a:rPr>
                        <a:t>180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5C13F"/>
                          </a:solidFill>
                          <a:latin typeface="Bricolage Grotesque"/>
                        </a:rPr>
                        <a:t>Color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FFFFFF"/>
                          </a:solidFill>
                          <a:latin typeface="Bricolage Grotesque"/>
                        </a:rPr>
                        <a:t>180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98093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4181F"/>
                </a:solidFill>
                <a:latin typeface="Hanken Grotesk"/>
              </a:rPr>
              <a:t>Super = la más económica.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MISMA CALIDAD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3031236"/>
            <a:ext cx="1371600" cy="146304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88436"/>
            <a:ext cx="6675120" cy="257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Bricolage Grotesque"/>
              </a:rPr>
              <a:t>Blanco o color: misma calidad.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0670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Hanken Grotesk"/>
              </a:rPr>
              <a:t>Cambia el color de la cáscara, no el sabor. Elige por gusto.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01269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ELIGE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935986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393186"/>
            <a:ext cx="6675120" cy="276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4181F"/>
                </a:solidFill>
                <a:latin typeface="Bricolage Grotesque"/>
              </a:rPr>
              <a:t>Elige la tuya en huevera.cl 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