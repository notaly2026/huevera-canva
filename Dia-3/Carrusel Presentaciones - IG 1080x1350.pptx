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18051" y="4931572"/>
            <a:ext cx="6748272" cy="8637788"/>
          </a:xfrm>
          <a:prstGeom prst="ellipse">
            <a:avLst/>
          </a:prstGeom>
          <a:solidFill>
            <a:srgbClr val="14181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Hanken Grotesk"/>
              </a:rPr>
              <a:t>PRODUCTO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2057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662936"/>
            <a:ext cx="6675120" cy="422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14181F"/>
                </a:solidFill>
                <a:latin typeface="Bricolage Grotesque"/>
              </a:rPr>
              <a:t>Conoce las cajas de Huevera 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8925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Elige la tuya.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18051" y="4931572"/>
            <a:ext cx="6748272" cy="8637788"/>
          </a:xfrm>
          <a:prstGeom prst="ellipse">
            <a:avLst/>
          </a:prstGeom>
          <a:solidFill>
            <a:srgbClr val="F5C13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1280160"/>
            <a:ext cx="3200400" cy="320040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320040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600" b="1">
                <a:solidFill>
                  <a:srgbClr val="14181F"/>
                </a:solidFill>
                <a:latin typeface="Bricolage Grotesque"/>
              </a:rPr>
              <a:t>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3776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CAJA SUPER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77840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100 huevos — la más económica.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965947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Para abastecer la casa.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LAS 3 CAJAS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6675120" cy="2292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Bricolage Grotesque"/>
              </a:rPr>
              <a:t>Elige según cuánto consumes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3710178"/>
          <a:ext cx="6675120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71950"/>
                <a:gridCol w="250317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14181F"/>
                          </a:solidFill>
                          <a:latin typeface="Bricolage Grotesque"/>
                        </a:rPr>
                        <a:t>Caja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14181F"/>
                          </a:solidFill>
                          <a:latin typeface="Bricolage Grotesque"/>
                        </a:rPr>
                        <a:t>Huevos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F5C13F"/>
                          </a:solidFill>
                          <a:latin typeface="Bricolage Grotesque"/>
                        </a:rPr>
                        <a:t>Super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FFFFFF"/>
                          </a:solidFill>
                          <a:latin typeface="Bricolage Grotesque"/>
                        </a:rPr>
                        <a:t>100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F5C13F"/>
                          </a:solidFill>
                          <a:latin typeface="Bricolage Grotesque"/>
                        </a:rPr>
                        <a:t>Blanco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FFFFFF"/>
                          </a:solidFill>
                          <a:latin typeface="Bricolage Grotesque"/>
                        </a:rPr>
                        <a:t>180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F5C13F"/>
                          </a:solidFill>
                          <a:latin typeface="Bricolage Grotesque"/>
                        </a:rPr>
                        <a:t>Color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FFFFFF"/>
                          </a:solidFill>
                          <a:latin typeface="Bricolage Grotesque"/>
                        </a:rPr>
                        <a:t>180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453377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Super = la más económica.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088767"/>
            <a:ext cx="667512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14181F"/>
                </a:solidFill>
                <a:latin typeface="Bricolage Grotesque"/>
              </a:rPr>
              <a:t>Blanco o color: misma calidad.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7375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Cambia el color de la cáscara, no el sabor. Elige por gusto.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036722" y="-2936847"/>
            <a:ext cx="6748272" cy="8637788"/>
          </a:xfrm>
          <a:prstGeom prst="ellipse">
            <a:avLst/>
          </a:prstGeom>
          <a:solidFill>
            <a:srgbClr val="14181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8407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97936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Elige la tuya en huevera.cl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