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Conoce las cajas de Huevera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23715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Elige la tuya.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CAJA SUPER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100 huevos — la más económica.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abastecer la casa.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LAS 3 CAJAS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91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81F"/>
                </a:solidFill>
                <a:latin typeface="Bricolage Grotesque"/>
              </a:rPr>
              <a:t>Elige según cuánto consumes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34746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7195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181F"/>
                          </a:solidFill>
                          <a:latin typeface="Bricolage Grotesque"/>
                        </a:rPr>
                        <a:t>Caja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181F"/>
                          </a:solidFill>
                          <a:latin typeface="Bricolage Grotesque"/>
                        </a:rPr>
                        <a:t>Huevos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5C13F"/>
                          </a:solidFill>
                          <a:latin typeface="Bricolage Grotesque"/>
                        </a:rPr>
                        <a:t>Super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Bricolage Grotesque"/>
                        </a:rPr>
                        <a:t>100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5C13F"/>
                          </a:solidFill>
                          <a:latin typeface="Bricolage Grotesque"/>
                        </a:rPr>
                        <a:t>Blanco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5C13F"/>
                          </a:solidFill>
                          <a:latin typeface="Bricolage Grotesque"/>
                        </a:rPr>
                        <a:t>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98093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Super = la más económica.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MISMA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2029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0136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Blanco o color: misma calidad.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387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Cambia el color de la cáscara, no el sabor. Elige por gusto.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1076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648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Elige la tuya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