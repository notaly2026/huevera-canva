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28741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PRODUCTO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Conoce las cajas de Huevera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Elige la tuya.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2874172"/>
            <a:ext cx="6748272" cy="8637788"/>
          </a:xfrm>
          <a:prstGeom prst="ellipse">
            <a:avLst/>
          </a:prstGeom>
          <a:solidFill>
            <a:srgbClr val="F5C13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600" b="1">
                <a:solidFill>
                  <a:srgbClr val="14181F"/>
                </a:solidFill>
                <a:latin typeface="Bricolage Grotesque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CAJA 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100 huevos — la más económica.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65947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abastecer la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LAS 3 CAJAS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Elige según cuánto consumes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710178"/>
          <a:ext cx="667512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195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4181F"/>
                          </a:solidFill>
                          <a:latin typeface="Bricolage Grotesque"/>
                        </a:rPr>
                        <a:t>Huevos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45337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Super = la más económica.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60067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Blanco o color: misma calidad.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6386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Cambia el color de la cáscara, no el sabor. Elige por gusto.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36722" y="-2936847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Elige la tuya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