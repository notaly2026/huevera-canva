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_11_du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229600" cy="82296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77240" y="777240"/>
            <a:ext cx="1389888" cy="373380"/>
          </a:xfrm>
          <a:prstGeom prst="roundRect">
            <a:avLst>
              <a:gd name="adj" fmla="val 50000"/>
            </a:avLst>
          </a:prstGeom>
          <a:solidFill>
            <a:srgbClr val="F5C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14181F"/>
                </a:solidFill>
                <a:latin typeface="Bricolage Grotesque"/>
              </a:rPr>
              <a:t>PRODUCTO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35608"/>
            <a:ext cx="6675120" cy="23881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Bricolage Grotesque"/>
              </a:rPr>
              <a:t>Conoce las cajas de Huevera 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23715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FFFFFF"/>
                </a:solidFill>
                <a:latin typeface="Hanken Grotesk"/>
              </a:rPr>
              <a:t>Elige la tuya.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5C13F"/>
                </a:solidFill>
                <a:latin typeface="Bricolage Grotesque"/>
              </a:rPr>
              <a:t>●  </a:t>
            </a:r>
            <a:r>
              <a:rPr sz="1800" b="1">
                <a:solidFill>
                  <a:srgbClr val="FFFFFF"/>
                </a:solidFill>
                <a:latin typeface="Bricolage Grotesque"/>
              </a:rPr>
              <a:t>Huevera   @huevera.cl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66360" y="722376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Bricolage Grotesque"/>
              </a:rPr>
              <a:t>Desliza 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1188720"/>
            <a:ext cx="1641348" cy="373380"/>
          </a:xfrm>
          <a:prstGeom prst="roundRect">
            <a:avLst>
              <a:gd name="adj" fmla="val 50000"/>
            </a:avLst>
          </a:prstGeom>
          <a:solidFill>
            <a:srgbClr val="F5C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14181F"/>
                </a:solidFill>
                <a:latin typeface="Bricolage Grotesque"/>
              </a:rPr>
              <a:t>CAJA SUPER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847088"/>
            <a:ext cx="6675120" cy="1981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5000" b="1">
                <a:solidFill>
                  <a:srgbClr val="F5C13F"/>
                </a:solidFill>
                <a:latin typeface="Bricolage Grotesque"/>
              </a:rPr>
              <a:t>100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3938015"/>
            <a:ext cx="1554480" cy="146304"/>
          </a:xfrm>
          <a:prstGeom prst="rect">
            <a:avLst/>
          </a:prstGeom>
          <a:solidFill>
            <a:srgbClr val="F5C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4395215"/>
            <a:ext cx="6675120" cy="23881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Bricolage Grotesque"/>
              </a:rPr>
              <a:t>100 huevos — la más económica.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783322"/>
            <a:ext cx="6675120" cy="899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0">
                <a:solidFill>
                  <a:srgbClr val="FFFFFF"/>
                </a:solidFill>
                <a:latin typeface="Hanken Grotesk"/>
              </a:rPr>
              <a:t>Para abastecer la casa.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1767078" cy="373380"/>
          </a:xfrm>
          <a:prstGeom prst="roundRect">
            <a:avLst>
              <a:gd name="adj" fmla="val 50000"/>
            </a:avLst>
          </a:prstGeom>
          <a:solidFill>
            <a:srgbClr val="F5C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14181F"/>
                </a:solidFill>
                <a:latin typeface="Bricolage Grotesque"/>
              </a:rPr>
              <a:t>LAS 3 CAJAS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35608"/>
            <a:ext cx="6675120" cy="1911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4181F"/>
                </a:solidFill>
                <a:latin typeface="Bricolage Grotesque"/>
              </a:rPr>
              <a:t>Elige según cuánto consumes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3347466"/>
          <a:ext cx="6675120" cy="23591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171950"/>
                <a:gridCol w="250317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4181F"/>
                          </a:solidFill>
                          <a:latin typeface="Bricolage Grotesque"/>
                        </a:rPr>
                        <a:t>Caja</a:t>
                      </a:r>
                    </a:p>
                  </a:txBody>
                  <a:tcPr marL="128016" marR="73152" marT="27432" marB="27432" anchor="ctr">
                    <a:solidFill>
                      <a:srgbClr val="F5C1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4181F"/>
                          </a:solidFill>
                          <a:latin typeface="Bricolage Grotesque"/>
                        </a:rPr>
                        <a:t>Huevos</a:t>
                      </a:r>
                    </a:p>
                  </a:txBody>
                  <a:tcPr marL="128016" marR="73152" marT="27432" marB="27432" anchor="ctr">
                    <a:solidFill>
                      <a:srgbClr val="F5C13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800" b="1">
                          <a:solidFill>
                            <a:srgbClr val="F5C13F"/>
                          </a:solidFill>
                          <a:latin typeface="Bricolage Grotesque"/>
                        </a:rPr>
                        <a:t>Super</a:t>
                      </a:r>
                    </a:p>
                  </a:txBody>
                  <a:tcPr marL="128016" marR="73152" marT="27432" marB="27432" anchor="ctr">
                    <a:solidFill>
                      <a:srgbClr val="2026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FFFFFF"/>
                          </a:solidFill>
                          <a:latin typeface="Bricolage Grotesque"/>
                        </a:rPr>
                        <a:t>100</a:t>
                      </a:r>
                    </a:p>
                  </a:txBody>
                  <a:tcPr marL="128016" marR="73152" marT="27432" marB="27432" anchor="ctr">
                    <a:solidFill>
                      <a:srgbClr val="202630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800" b="1">
                          <a:solidFill>
                            <a:srgbClr val="F5C13F"/>
                          </a:solidFill>
                          <a:latin typeface="Bricolage Grotesque"/>
                        </a:rPr>
                        <a:t>Blanco</a:t>
                      </a:r>
                    </a:p>
                  </a:txBody>
                  <a:tcPr marL="128016" marR="73152" marT="27432" marB="27432" anchor="ctr">
                    <a:solidFill>
                      <a:srgbClr val="1418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FFFFFF"/>
                          </a:solidFill>
                          <a:latin typeface="Bricolage Grotesque"/>
                        </a:rPr>
                        <a:t>180</a:t>
                      </a:r>
                    </a:p>
                  </a:txBody>
                  <a:tcPr marL="128016" marR="73152" marT="27432" marB="27432" anchor="ctr">
                    <a:solidFill>
                      <a:srgbClr val="14181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800" b="1">
                          <a:solidFill>
                            <a:srgbClr val="F5C13F"/>
                          </a:solidFill>
                          <a:latin typeface="Bricolage Grotesque"/>
                        </a:rPr>
                        <a:t>Color</a:t>
                      </a:r>
                    </a:p>
                  </a:txBody>
                  <a:tcPr marL="128016" marR="73152" marT="27432" marB="27432" anchor="ctr">
                    <a:solidFill>
                      <a:srgbClr val="2026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FFFFFF"/>
                          </a:solidFill>
                          <a:latin typeface="Bricolage Grotesque"/>
                        </a:rPr>
                        <a:t>180</a:t>
                      </a:r>
                    </a:p>
                  </a:txBody>
                  <a:tcPr marL="128016" marR="73152" marT="27432" marB="27432" anchor="ctr">
                    <a:solidFill>
                      <a:srgbClr val="20263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5980938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14181F"/>
                </a:solidFill>
                <a:latin typeface="Hanken Grotesk"/>
              </a:rPr>
              <a:t>Super = la más económica.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2018538" cy="373380"/>
          </a:xfrm>
          <a:prstGeom prst="roundRect">
            <a:avLst>
              <a:gd name="adj" fmla="val 50000"/>
            </a:avLst>
          </a:prstGeom>
          <a:solidFill>
            <a:srgbClr val="F5C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14181F"/>
                </a:solidFill>
                <a:latin typeface="Bricolage Grotesque"/>
              </a:rPr>
              <a:t>MISMA CALIDAD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02536"/>
            <a:ext cx="1371600" cy="146304"/>
          </a:xfrm>
          <a:prstGeom prst="rect">
            <a:avLst/>
          </a:prstGeom>
          <a:solidFill>
            <a:srgbClr val="F5C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459736"/>
            <a:ext cx="6675120" cy="2578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FFFFF"/>
                </a:solidFill>
                <a:latin typeface="Bricolage Grotesque"/>
              </a:rPr>
              <a:t>Blanco o color: misma calidad.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038344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Hanken Grotesk"/>
              </a:rPr>
              <a:t>Cambia el color de la cáscara, no el sabor. Elige por gusto.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C1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1012698" cy="373380"/>
          </a:xfrm>
          <a:prstGeom prst="roundRect">
            <a:avLst>
              <a:gd name="adj" fmla="val 50000"/>
            </a:avLst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F5C13F"/>
                </a:solidFill>
                <a:latin typeface="Bricolage Grotesque"/>
              </a:rPr>
              <a:t>ELIGE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907286"/>
            <a:ext cx="1371600" cy="146304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64486"/>
            <a:ext cx="6675120" cy="2769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14181F"/>
                </a:solidFill>
                <a:latin typeface="Bricolage Grotesque"/>
              </a:rPr>
              <a:t>Elige la tuya en huevera.cl 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4181F"/>
                </a:solidFill>
                <a:latin typeface="Bricolage Grotesque"/>
              </a:rPr>
              <a:t>●  </a:t>
            </a:r>
            <a:r>
              <a:rPr sz="1800" b="1">
                <a:solidFill>
                  <a:srgbClr val="14181F"/>
                </a:solidFill>
                <a:latin typeface="Bricolage Grotesque"/>
              </a:rPr>
              <a:t>Huevera   @huevera.cl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