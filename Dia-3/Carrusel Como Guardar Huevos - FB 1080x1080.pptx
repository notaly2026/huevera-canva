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FRESCURA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040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61236"/>
            <a:ext cx="6675120" cy="397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Cómo guardar los huevos pa que duren más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368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Y dónde NO ponerlos.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ri_r8229600x452628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98348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✅ SÍ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En el refri, dentro de su cartón.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21168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Los protege y evita que absorban olores.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2402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❌ 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2482"/>
            <a:ext cx="6675120" cy="2673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En la puerta del refri.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06339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Los cambios de temperatura los envejecen.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Guárdalos con la punta fina hacia abajo.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503927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La yema queda centrada y duran más.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53692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No los laves antes de guardar.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432300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La cáscara tiene una capa protectora. Refrigerados duran ~3–5 semanas.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77240" y="17644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216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Guarda y comparte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7646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Pídelos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