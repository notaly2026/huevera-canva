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49315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FRESCURA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33273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89936"/>
            <a:ext cx="6675120" cy="397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4181F"/>
                </a:solidFill>
                <a:latin typeface="Bricolage Grotesque"/>
              </a:rPr>
              <a:t>Cómo guardar los huevos pa que duren más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7655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Y dónde NO ponerlos.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92811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fri_r8229600x565785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56578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11505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✅ SÍ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5513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En el refri, dentro de su cartón.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952738"/>
            <a:ext cx="6675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Los protege y evita que absorban olores.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21102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❌ 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361182"/>
            <a:ext cx="6675120" cy="2673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000" b="1">
                <a:solidFill>
                  <a:srgbClr val="14181F"/>
                </a:solidFill>
                <a:latin typeface="Bricolage Grotesque"/>
              </a:rPr>
              <a:t>En la puerta del refri.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035039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Los cambios de temperatura los envejecen.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Bricolage Grotesque"/>
              </a:rPr>
              <a:t>Guárdalos con la punta fina hacia abajo.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0392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La yema queda centrada y duran más.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882392"/>
            <a:ext cx="6675120" cy="257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14181F"/>
                </a:solidFill>
                <a:latin typeface="Bricolage Grotesque"/>
              </a:rPr>
              <a:t>No los laves antes de guardar.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461000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La cáscara tiene una capa protectora. Refrigerados duran ~3–5 semanas.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036722" y="-2936847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793111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250311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4181F"/>
                </a:solidFill>
                <a:latin typeface="Bricolage Grotesque"/>
              </a:rPr>
              <a:t>Guarda y comparte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5169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Pídelos frescos en huevera.cl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