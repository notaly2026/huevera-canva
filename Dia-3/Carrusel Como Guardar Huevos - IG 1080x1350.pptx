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FRESCURA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32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89936"/>
            <a:ext cx="6675120" cy="397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Cómo guardar los huevos pa que duren más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65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Y dónde NO ponerlos.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ri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✅ 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En el refri, dentro de su cartón.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52738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Los protege y evita que absorban olores.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721102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❌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361182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En la puerta del refri.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3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Los cambios de temperatura los envejecen.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Guárdalos con la punta fina hacia abajo.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0392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La yema queda centrada y duran más.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882392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No los laves antes de guardar.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46100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La cáscara tiene una capa protectora. Refrigerados duran ~3–5 semanas.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" y="27931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503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y comparte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51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Pídelos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