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c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8575" y="0"/>
            <a:ext cx="828675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4937760"/>
          </a:xfrm>
          <a:prstGeom prst="rect">
            <a:avLst/>
          </a:prstGeom>
          <a:gradFill>
            <a:gsLst>
              <a:gs pos="0">
                <a:srgbClr val="14181F">
                  <a:alpha val="90000"/>
                </a:srgbClr>
              </a:gs>
              <a:gs pos="100000">
                <a:srgbClr val="14181F">
                  <a:alpha val="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14181F">
                  <a:alpha val="0"/>
                </a:srgbClr>
              </a:gs>
              <a:gs pos="100000">
                <a:srgbClr val="14181F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898648" cy="373380"/>
          </a:xfrm>
          <a:prstGeom prst="roundRect">
            <a:avLst>
              <a:gd name="adj" fmla="val 50000"/>
            </a:avLst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14181F"/>
                </a:solidFill>
                <a:latin typeface="Bricolage Grotesque"/>
              </a:rPr>
              <a:t>EXTRA COLOR · 180 UN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35608"/>
            <a:ext cx="6675120" cy="30548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>
                <a:solidFill>
                  <a:srgbClr val="FFFFFF"/>
                </a:solidFill>
                <a:latin typeface="Bricolage Grotesque"/>
              </a:rPr>
              <a:t>Huevos de color, fresquitos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490466"/>
            <a:ext cx="6675120" cy="1915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FFFFF"/>
                </a:solidFill>
                <a:latin typeface="Bricolage Grotesque"/>
              </a:rPr>
              <a:t>• 1er despacho gratis
• Antes de 8:30, llega hoy
• Refiere y gana $1.000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5C13F"/>
                </a:solidFill>
                <a:latin typeface="Bricolage Grotesque"/>
              </a:rPr>
              <a:t>●  </a:t>
            </a:r>
            <a:r>
              <a:rPr sz="1800" b="1">
                <a:solidFill>
                  <a:srgbClr val="FFFFFF"/>
                </a:solidFill>
                <a:latin typeface="Bricolage Grotesque"/>
              </a:rPr>
              <a:t>Huevera   @huevera.cl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