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c_45_r8229600x4600194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29600" cy="460019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5011674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EXTRA COLOR · 180 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70042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Huevos de color, fresquitos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153400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6 bandejas de 30 huevos.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