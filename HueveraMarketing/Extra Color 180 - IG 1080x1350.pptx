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_r8229600x3933445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393344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4344925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003293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91400"/>
            <a:ext cx="6675120" cy="1661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