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146041"/>
            <a:ext cx="8229600" cy="5140959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557521"/>
            <a:ext cx="6675120" cy="276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454645"/>
            <a:ext cx="6675120" cy="789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14181F"/>
                </a:solidFill>
                <a:latin typeface="Hanken Grotesk"/>
              </a:rPr>
              <a:t>6 bandejas de 30 huevos.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72600"/>
            <a:ext cx="6675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81F"/>
                </a:solidFill>
                <a:latin typeface="Bricolage Grotesque"/>
              </a:rPr>
              <a:t>Pídela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