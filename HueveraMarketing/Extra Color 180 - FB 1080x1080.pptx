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82296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C13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ec_45_r8229600x2161794_cen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8229600" cy="2161794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777240" y="2573274"/>
            <a:ext cx="2898648" cy="373380"/>
          </a:xfrm>
          <a:prstGeom prst="roundRect">
            <a:avLst>
              <a:gd name="adj" fmla="val 50000"/>
            </a:avLst>
          </a:prstGeom>
          <a:solidFill>
            <a:srgbClr val="141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F5C13F"/>
                </a:solidFill>
                <a:latin typeface="Bricolage Grotesque"/>
              </a:rPr>
              <a:t>EXTRA COLOR · 180 UN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3231642"/>
            <a:ext cx="6675120" cy="21023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800" b="1">
                <a:solidFill>
                  <a:srgbClr val="14181F"/>
                </a:solidFill>
                <a:latin typeface="Bricolage Grotesque"/>
              </a:rPr>
              <a:t>Huevos de color, fresquitos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334000"/>
            <a:ext cx="6675120" cy="1661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0">
                <a:solidFill>
                  <a:srgbClr val="14181F"/>
                </a:solidFill>
                <a:latin typeface="Hanken Grotesk"/>
              </a:rPr>
              <a:t>• 1er despacho gratis
• Antes de 8:30, llega hoy
• Refiere y gana $1.000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72694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14181F"/>
                </a:solidFill>
                <a:latin typeface="Bricolage Grotesque"/>
              </a:rPr>
              <a:t>●  </a:t>
            </a:r>
            <a:r>
              <a:rPr sz="1800" b="1">
                <a:solidFill>
                  <a:srgbClr val="14181F"/>
                </a:solidFill>
                <a:latin typeface="Bricolage Grotesque"/>
              </a:rPr>
              <a:t>Huevera   @huevera.cl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