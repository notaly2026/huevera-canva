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703320"/>
            <a:ext cx="8229600" cy="4526280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6675120" cy="2483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726174"/>
            <a:ext cx="6675120" cy="789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644129"/>
            <a:ext cx="6675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81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