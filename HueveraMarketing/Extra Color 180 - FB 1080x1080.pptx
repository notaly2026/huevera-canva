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45_r8229600x2733294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273329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3144774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803142"/>
            <a:ext cx="6675120" cy="2292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14181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096000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4181F"/>
                </a:solidFill>
                <a:latin typeface="Hanken Grotesk"/>
              </a:rPr>
              <a:t>6 bandejas de 30 huevos.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