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4297680"/>
          </a:xfrm>
          <a:prstGeom prst="rect">
            <a:avLst/>
          </a:prstGeom>
          <a:gradFill>
            <a:gsLst>
              <a:gs pos="0">
                <a:srgbClr val="14181F">
                  <a:alpha val="86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168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25216"/>
            <a:ext cx="667512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