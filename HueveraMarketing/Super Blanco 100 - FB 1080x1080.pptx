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04641"/>
            <a:ext cx="8229600" cy="4124959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SUPER BLANCO · 100 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16121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Rinde la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97245"/>
            <a:ext cx="6675120" cy="789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5 bandejas de 20 huevos.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15200"/>
            <a:ext cx="6675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81F"/>
                </a:solidFill>
                <a:latin typeface="Bricolage Grotesque"/>
              </a:rPr>
              <a:t>Pídela en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