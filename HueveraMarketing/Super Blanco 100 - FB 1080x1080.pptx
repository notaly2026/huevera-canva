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b_45_r8229600x34000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34000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3811524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SUPER BLANCO · 100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69892"/>
            <a:ext cx="6675120" cy="1626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4181F"/>
                </a:solidFill>
                <a:latin typeface="Bricolage Grotesque"/>
              </a:rPr>
              <a:t>Rinde la semana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0960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5 bandejas de 20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