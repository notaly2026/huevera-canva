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_r8229600x27650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27650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31765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34892"/>
            <a:ext cx="6675120" cy="149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340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