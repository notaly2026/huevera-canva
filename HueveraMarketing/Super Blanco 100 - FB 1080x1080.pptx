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4480560"/>
          </a:xfrm>
          <a:prstGeom prst="rect">
            <a:avLst/>
          </a:prstGeom>
          <a:gradFill>
            <a:gsLst>
              <a:gs pos="0">
                <a:srgbClr val="14181F">
                  <a:alpha val="90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188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5716"/>
            <a:ext cx="6675120" cy="1788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Bricolage Grotesque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