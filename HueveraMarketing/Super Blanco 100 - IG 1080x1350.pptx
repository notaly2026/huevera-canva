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b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8575" y="0"/>
            <a:ext cx="828675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5120640"/>
          </a:xfrm>
          <a:prstGeom prst="rect">
            <a:avLst/>
          </a:prstGeom>
          <a:gradFill>
            <a:gsLst>
              <a:gs pos="0">
                <a:srgbClr val="14181F">
                  <a:alpha val="86000"/>
                </a:srgbClr>
              </a:gs>
              <a:gs pos="100000">
                <a:srgbClr val="14181F">
                  <a:alpha val="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14181F">
                  <a:alpha val="0"/>
                </a:srgbClr>
              </a:gs>
              <a:gs pos="100000">
                <a:srgbClr val="14181F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SUPER BLANCO · 100 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35608"/>
            <a:ext cx="6675120" cy="188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FFFFFF"/>
                </a:solidFill>
                <a:latin typeface="Bricolage Grotesque"/>
              </a:rPr>
              <a:t>Rinde la semana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15716"/>
            <a:ext cx="6675120" cy="1534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FFFFF"/>
                </a:solidFill>
                <a:latin typeface="Hanken Grotesk"/>
              </a:rPr>
              <a:t>• 1er despacho gratis
• Antes de 8:30, llega hoy
• Refiere y gana $1.000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FFFFF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