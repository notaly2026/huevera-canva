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971541"/>
            <a:ext cx="8229600" cy="4315459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3021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454645"/>
            <a:ext cx="6675120" cy="789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5 bandejas de 20 huevos.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72600"/>
            <a:ext cx="6675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81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