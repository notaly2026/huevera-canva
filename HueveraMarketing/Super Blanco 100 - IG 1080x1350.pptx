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45_r8229600x46319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6319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504342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701792"/>
            <a:ext cx="6675120" cy="168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914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