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_45_r8229600x5330444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33044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5741924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SUPER BLANCO · 100 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292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Rinde la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53400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5 bandejas de 20 huevos.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