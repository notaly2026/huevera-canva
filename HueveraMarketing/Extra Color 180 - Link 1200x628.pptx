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732520" cy="457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c_t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50982"/>
            <a:ext cx="8732520" cy="48739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732520" cy="2926080"/>
          </a:xfrm>
          <a:prstGeom prst="rect">
            <a:avLst/>
          </a:prstGeom>
          <a:gradFill>
            <a:gsLst>
              <a:gs pos="0">
                <a:srgbClr val="14181F">
                  <a:alpha val="82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00400"/>
            <a:ext cx="8732520" cy="1371600"/>
          </a:xfrm>
          <a:prstGeom prst="rect">
            <a:avLst/>
          </a:prstGeom>
          <a:gradFill>
            <a:gsLst>
              <a:gs pos="0">
                <a:srgbClr val="14181F">
                  <a:alpha val="0"/>
                </a:srgbClr>
              </a:gs>
              <a:gs pos="100000">
                <a:srgbClr val="1418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89864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COLOR · 180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7178040" cy="124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Bricolage Grotesque"/>
              </a:rPr>
              <a:t>Huevos de color, fresquitos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80716"/>
            <a:ext cx="7178040" cy="1534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611880"/>
            <a:ext cx="7178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