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3252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c_t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0982"/>
            <a:ext cx="8732520" cy="48739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32520" cy="3383280"/>
          </a:xfrm>
          <a:prstGeom prst="rect">
            <a:avLst/>
          </a:prstGeom>
          <a:gradFill>
            <a:gsLst>
              <a:gs pos="0">
                <a:srgbClr val="14181F">
                  <a:alpha val="88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COLOR · 180 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7178040" cy="191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Bricolage Grotesque"/>
              </a:rPr>
              <a:t>Huevos de color, fresquitos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47466"/>
            <a:ext cx="7178040" cy="1534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Bricolage Grotesque"/>
              </a:rPr>
              <a:t>• 1er despacho gratis
• Antes de 8:30, llega hoy
• Refiere y gana $1.000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