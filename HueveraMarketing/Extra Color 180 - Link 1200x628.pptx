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wide_r4540910x457200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40910" cy="4572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43830" y="82296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3830" y="1481328"/>
            <a:ext cx="291145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3830" y="3678936"/>
            <a:ext cx="291145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4181F"/>
                </a:solidFill>
                <a:latin typeface="Hanken Grotesk"/>
              </a:rPr>
              <a:t>6 bandejas de 30 huevos. ·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