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C13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c_45_r8229600x8657844_ce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229600" cy="8657844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777240" y="9069324"/>
            <a:ext cx="2898648" cy="373380"/>
          </a:xfrm>
          <a:prstGeom prst="roundRect">
            <a:avLst>
              <a:gd name="adj" fmla="val 50000"/>
            </a:avLst>
          </a:prstGeom>
          <a:solidFill>
            <a:srgbClr val="1418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F5C13F"/>
                </a:solidFill>
                <a:latin typeface="Bricolage Grotesque"/>
              </a:rPr>
              <a:t>EXTRA COLOR · 180 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27692"/>
            <a:ext cx="6675120" cy="2769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4181F"/>
                </a:solidFill>
                <a:latin typeface="Bricolage Grotesque"/>
              </a:rPr>
              <a:t>Huevos de color, fresquitos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496800"/>
            <a:ext cx="6675120" cy="899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4181F"/>
                </a:solidFill>
                <a:latin typeface="Hanken Grotesk"/>
              </a:rPr>
              <a:t>6 bandejas de 30 huevos.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4181F"/>
                </a:solidFill>
                <a:latin typeface="Bricolage Grotesque"/>
              </a:rPr>
              <a:t>●  </a:t>
            </a:r>
            <a:r>
              <a:rPr sz="1800" b="1">
                <a:solidFill>
                  <a:srgbClr val="14181F"/>
                </a:solidFill>
                <a:latin typeface="Bricolage Grotesque"/>
              </a:rPr>
              <a:t>Huevera   @huevera.cl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