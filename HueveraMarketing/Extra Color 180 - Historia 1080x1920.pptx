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c_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778000" y="0"/>
            <a:ext cx="11785600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9203691"/>
            <a:ext cx="8229600" cy="5426709"/>
          </a:xfrm>
          <a:prstGeom prst="rect">
            <a:avLst/>
          </a:prstGeom>
          <a:solidFill>
            <a:srgbClr val="F5C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2898648" cy="373380"/>
          </a:xfrm>
          <a:prstGeom prst="roundRect">
            <a:avLst>
              <a:gd name="adj" fmla="val 50000"/>
            </a:avLst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F5C13F"/>
                </a:solidFill>
                <a:latin typeface="Bricolage Grotesque"/>
              </a:rPr>
              <a:t>EXTRA COLOR · 180 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615171"/>
            <a:ext cx="6675120" cy="3054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>
                <a:solidFill>
                  <a:srgbClr val="14181F"/>
                </a:solidFill>
                <a:latin typeface="Bricolage Grotesque"/>
              </a:rPr>
              <a:t>Huevos de color, fresquitos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2798045"/>
            <a:ext cx="6675120" cy="7899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>
                <a:solidFill>
                  <a:srgbClr val="14181F"/>
                </a:solidFill>
                <a:latin typeface="Hanken Grotesk"/>
              </a:rPr>
              <a:t>6 bandejas de 30 huevos.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716000"/>
            <a:ext cx="6675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4181F"/>
                </a:solidFill>
                <a:latin typeface="Bricolage Grotesque"/>
              </a:rPr>
              <a:t>Pídela en huevera.cl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