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_r8229600x7991095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799109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8402575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060943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7348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