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512064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2673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09465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