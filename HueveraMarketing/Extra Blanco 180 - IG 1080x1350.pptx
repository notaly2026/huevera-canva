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45_r8229600x460019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60019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5011674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70042"/>
            <a:ext cx="6675120" cy="2483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153400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