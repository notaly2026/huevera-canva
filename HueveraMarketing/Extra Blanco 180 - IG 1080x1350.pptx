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146041"/>
            <a:ext cx="8229600" cy="5140959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EXTRA BLANCO · 180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57521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Que no falte en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454645"/>
            <a:ext cx="6675120" cy="789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6 bandejas de 30 huevos.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72600"/>
            <a:ext cx="6675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Pídela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