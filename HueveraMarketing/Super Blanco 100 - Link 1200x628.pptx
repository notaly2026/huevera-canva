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wide_r3667658x457200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667658" cy="4572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70578" y="82296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0578" y="1481328"/>
            <a:ext cx="3784702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578" y="2599436"/>
            <a:ext cx="3784702" cy="2581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
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