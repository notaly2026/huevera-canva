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732520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b_wide_r4540910x457200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40910" cy="4572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43830" y="82296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SUPER BLANCO · 100 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3830" y="1481328"/>
            <a:ext cx="2911450" cy="1721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Rinde la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3830" y="3202686"/>
            <a:ext cx="2911450" cy="1534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5 bandejas de 20 huevos. · 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