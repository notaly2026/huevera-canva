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732520" cy="457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b_t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50982"/>
            <a:ext cx="8732520" cy="487396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732520" cy="3383280"/>
          </a:xfrm>
          <a:prstGeom prst="rect">
            <a:avLst/>
          </a:prstGeom>
          <a:gradFill>
            <a:gsLst>
              <a:gs pos="0">
                <a:srgbClr val="14181F">
                  <a:alpha val="88000"/>
                </a:srgbClr>
              </a:gs>
              <a:gs pos="100000">
                <a:srgbClr val="14181F">
                  <a:alpha val="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3024378" cy="373380"/>
          </a:xfrm>
          <a:prstGeom prst="roundRect">
            <a:avLst>
              <a:gd name="adj" fmla="val 50000"/>
            </a:avLst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14181F"/>
                </a:solidFill>
                <a:latin typeface="Bricolage Grotesque"/>
              </a:rPr>
              <a:t>SUPER BLANCO · 100 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35608"/>
            <a:ext cx="7178040" cy="1372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Bricolage Grotesque"/>
              </a:rPr>
              <a:t>Rinde la semana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07716"/>
            <a:ext cx="7178040" cy="15341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Bricolage Grotesque"/>
              </a:rPr>
              <a:t>• 1er despacho gratis
• Antes de 8:30, llega hoy
• Refiere y gana $1.000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