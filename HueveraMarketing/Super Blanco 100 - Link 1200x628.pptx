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982"/>
            <a:ext cx="8732520" cy="4873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057400"/>
            <a:ext cx="8732520" cy="2514600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7178040" cy="124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2004"/>
            <a:ext cx="7178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81F"/>
                </a:solidFill>
                <a:latin typeface="Bricolage Grotesque"/>
              </a:rPr>
              <a:t>Pídela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