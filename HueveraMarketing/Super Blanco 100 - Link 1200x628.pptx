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t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732520" cy="2926080"/>
          </a:xfrm>
          <a:prstGeom prst="rect">
            <a:avLst/>
          </a:prstGeom>
          <a:gradFill>
            <a:gsLst>
              <a:gs pos="0">
                <a:srgbClr val="14181F">
                  <a:alpha val="82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873252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7178040" cy="124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80716"/>
            <a:ext cx="717804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11880"/>
            <a:ext cx="7178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