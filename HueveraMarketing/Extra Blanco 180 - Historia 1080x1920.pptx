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9203691"/>
            <a:ext cx="8229600" cy="5426709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15171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798045"/>
            <a:ext cx="6675120" cy="789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6 bandejas de 30 huevos.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0"/>
            <a:ext cx="6675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Pídela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