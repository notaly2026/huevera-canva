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_r8229600x86578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86578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906932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27692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496800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