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b_45_r8229600x7991095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7991095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8402575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EXTRA BLANCO · 180 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060943"/>
            <a:ext cx="6675120" cy="2673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FFFFFF"/>
                </a:solidFill>
                <a:latin typeface="Bricolage Grotesque"/>
              </a:rPr>
              <a:t>Que no falte en casa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734800"/>
            <a:ext cx="6675120" cy="1661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FFFFF"/>
                </a:solidFill>
                <a:latin typeface="Hanken Grotesk"/>
              </a:rPr>
              <a:t>• 1er despacho gratis
• Antes de 8:30, llega hoy
• Refiere y gana $1.000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