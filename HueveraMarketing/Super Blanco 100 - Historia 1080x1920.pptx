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45_r8229600x94833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94833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989482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5319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496800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5 bandejas de 20 huevos.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