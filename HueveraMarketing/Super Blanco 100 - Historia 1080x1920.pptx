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5303520"/>
          </a:xfrm>
          <a:prstGeom prst="rect">
            <a:avLst/>
          </a:prstGeom>
          <a:gradFill>
            <a:gsLst>
              <a:gs pos="0">
                <a:srgbClr val="14181F">
                  <a:alpha val="90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 · 100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6675120" cy="3435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Bricolage Grotesque"/>
              </a:rPr>
              <a:t>Rinde la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71466"/>
            <a:ext cx="6675120" cy="204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Bricolage Grotesque"/>
              </a:rPr>
              <a:t>• 1er despacho gratis
• Antes de 8:30, llega hoy
• Refiere y gana $1.000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