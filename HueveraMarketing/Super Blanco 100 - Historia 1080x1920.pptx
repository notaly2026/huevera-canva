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9203691"/>
            <a:ext cx="8229600" cy="5426709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15171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4181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798045"/>
            <a:ext cx="6675120" cy="789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14181F"/>
                </a:solidFill>
                <a:latin typeface="Hanken Grotesk"/>
              </a:rPr>
              <a:t>5 bandejas de 20 huevos.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0"/>
            <a:ext cx="6675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81F"/>
                </a:solidFill>
                <a:latin typeface="Bricolage Grotesque"/>
              </a:rPr>
              <a:t>Pídela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