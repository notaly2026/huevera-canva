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45_r8229600x877824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877824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918972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848088"/>
            <a:ext cx="6675120" cy="188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14181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728196"/>
            <a:ext cx="6675120" cy="1661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