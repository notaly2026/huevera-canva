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</p:sldIdLst>
  <p:sldSz cx="8732520" cy="4572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pic>
        <p:nvPicPr>
          <p:cNvPr id="2" name="Picture 1" descr="eb_tw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-150982"/>
            <a:ext cx="8732520" cy="4873964"/>
          </a:xfrm>
          <a:prstGeom prst="rect">
            <a:avLst/>
          </a:prstGeom>
        </p:spPr>
      </p:pic>
      <p:sp>
        <p:nvSpPr>
          <p:cNvPr id="3" name="Rectangle 2"/>
          <p:cNvSpPr/>
          <p:nvPr/>
        </p:nvSpPr>
        <p:spPr>
          <a:xfrm>
            <a:off x="0" y="0"/>
            <a:ext cx="8732520" cy="2926080"/>
          </a:xfrm>
          <a:prstGeom prst="rect">
            <a:avLst/>
          </a:prstGeom>
          <a:gradFill>
            <a:gsLst>
              <a:gs pos="0">
                <a:srgbClr val="14181F">
                  <a:alpha val="82000"/>
                </a:srgbClr>
              </a:gs>
              <a:gs pos="100000">
                <a:srgbClr val="14181F">
                  <a:alpha val="0"/>
                </a:srgbClr>
              </a:gs>
            </a:gsLst>
            <a:lin ang="5400000" scaled="1"/>
          </a:gra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3200400"/>
            <a:ext cx="8732520" cy="1371600"/>
          </a:xfrm>
          <a:prstGeom prst="rect">
            <a:avLst/>
          </a:prstGeom>
          <a:gradFill>
            <a:gsLst>
              <a:gs pos="0">
                <a:srgbClr val="14181F">
                  <a:alpha val="0"/>
                </a:srgbClr>
              </a:gs>
              <a:gs pos="100000">
                <a:srgbClr val="14181F">
                  <a:alpha val="78000"/>
                </a:srgbClr>
              </a:gs>
            </a:gsLst>
            <a:lin ang="5400000" scaled="1"/>
          </a:gra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ounded Rectangle 4"/>
          <p:cNvSpPr/>
          <p:nvPr/>
        </p:nvSpPr>
        <p:spPr>
          <a:xfrm>
            <a:off x="777240" y="777240"/>
            <a:ext cx="3024378" cy="373380"/>
          </a:xfrm>
          <a:prstGeom prst="roundRect">
            <a:avLst>
              <a:gd name="adj" fmla="val 50000"/>
            </a:avLst>
          </a:prstGeom>
          <a:solidFill>
            <a:srgbClr val="F5C13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128016" rIns="128016" tIns="18288" bIns="18288"/>
          <a:lstStyle/>
          <a:p>
            <a:pPr algn="ctr"/>
            <a:r>
              <a:rPr sz="1500" b="1">
                <a:solidFill>
                  <a:srgbClr val="14181F"/>
                </a:solidFill>
                <a:latin typeface="Bricolage Grotesque"/>
              </a:rPr>
              <a:t>EXTRA BLANCO · 180 UN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77240" y="1435608"/>
            <a:ext cx="7178040" cy="12451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3000" b="1">
                <a:solidFill>
                  <a:srgbClr val="FFFFFF"/>
                </a:solidFill>
                <a:latin typeface="Bricolage Grotesque"/>
              </a:rPr>
              <a:t>Que no falte en casa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777240" y="2680716"/>
            <a:ext cx="7178040" cy="1534159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</a:pPr>
            <a:r>
              <a:rPr sz="2200" b="0">
                <a:solidFill>
                  <a:srgbClr val="FFFFFF"/>
                </a:solidFill>
                <a:latin typeface="Hanken Grotesk"/>
              </a:rPr>
              <a:t>• 1er despacho gratis
• Antes de 8:30, llega hoy
• Refiere y gana $1.000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777240" y="3611880"/>
            <a:ext cx="7178040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800" b="1">
                <a:solidFill>
                  <a:srgbClr val="F5C13F"/>
                </a:solidFill>
                <a:latin typeface="Bricolage Grotesque"/>
              </a:rPr>
              <a:t>●  </a:t>
            </a:r>
            <a:r>
              <a:rPr sz="1800" b="1">
                <a:solidFill>
                  <a:srgbClr val="FFFFFF"/>
                </a:solidFill>
                <a:latin typeface="Bricolage Grotesque"/>
              </a:rPr>
              <a:t>Huevera   @huevera.cl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