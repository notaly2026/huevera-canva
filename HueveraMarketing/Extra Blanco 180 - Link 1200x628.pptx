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732520" cy="457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b_w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50982"/>
            <a:ext cx="8732520" cy="487396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057400"/>
            <a:ext cx="8732520" cy="25146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F5C13F"/>
                </a:solidFill>
                <a:latin typeface="Bricolage Grotesque"/>
              </a:rPr>
              <a:t>EXTRA BLANCO · 180 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68880"/>
            <a:ext cx="7178040" cy="124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Bricolage Grotesque"/>
              </a:rPr>
              <a:t>Que no falte en casa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842004"/>
            <a:ext cx="7178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Bricolage Grotesque"/>
              </a:rPr>
              <a:t>Pídela en 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