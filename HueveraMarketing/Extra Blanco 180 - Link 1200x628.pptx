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732520" cy="457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b_wide_r3667658x4572000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67658" cy="4572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70578" y="822960"/>
            <a:ext cx="30243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EXTRA BLANCO · 180 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70578" y="1481328"/>
            <a:ext cx="3784702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Bricolage Grotesque"/>
              </a:rPr>
              <a:t>Que no falte en casa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0578" y="3012186"/>
            <a:ext cx="3784702" cy="2581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• 1er despacho gratis
• Antes de 8:30, llega hoy
• Refiere y gana $1.000
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