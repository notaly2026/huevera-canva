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wide_r4540910x457200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40910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43830" y="82296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3830" y="1481328"/>
            <a:ext cx="2911450" cy="172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3830" y="3202686"/>
            <a:ext cx="291145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6 bandejas de 30 huevos. ·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