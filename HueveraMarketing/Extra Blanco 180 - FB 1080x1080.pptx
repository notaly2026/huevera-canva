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703320"/>
            <a:ext cx="8229600" cy="452628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14800"/>
            <a:ext cx="6675120" cy="2483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726174"/>
            <a:ext cx="6675120" cy="789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6 bandejas de 30 huevos.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644129"/>
            <a:ext cx="6675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Bricolage Grotesque"/>
              </a:rPr>
              <a:t>Pídela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