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45_r8229600x2765044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276504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3176524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834892"/>
            <a:ext cx="6675120" cy="149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334000"/>
            <a:ext cx="6675120" cy="1661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