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b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93227"/>
            <a:ext cx="8229600" cy="1021605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4480560"/>
          </a:xfrm>
          <a:prstGeom prst="rect">
            <a:avLst/>
          </a:prstGeom>
          <a:gradFill>
            <a:gsLst>
              <a:gs pos="0">
                <a:srgbClr val="14181F">
                  <a:alpha val="90000"/>
                </a:srgbClr>
              </a:gs>
              <a:gs pos="100000">
                <a:srgbClr val="14181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14181F">
                  <a:alpha val="0"/>
                </a:srgbClr>
              </a:gs>
              <a:gs pos="100000">
                <a:srgbClr val="14181F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0243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EXTRA BLANCO · 180 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35608"/>
            <a:ext cx="6675120" cy="2673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Bricolage Grotesque"/>
              </a:rPr>
              <a:t>Que no falte en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09465"/>
            <a:ext cx="6675120" cy="1788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Bricolage Grotesque"/>
              </a:rPr>
              <a:t>• 1er despacho gratis
• Antes de 8:30, llega hoy
• Refiere y gana $1.000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