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45_r8229600x340004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340004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3811524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469892"/>
            <a:ext cx="6675120" cy="162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096000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6 bandejas de 30 huevos.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