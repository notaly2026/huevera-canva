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FRESCURA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869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26636"/>
            <a:ext cx="6675120" cy="524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>
                <a:solidFill>
                  <a:srgbClr val="FFFFFF"/>
                </a:solidFill>
                <a:latin typeface="Bricolage Grotesque"/>
              </a:rPr>
              <a:t>¿Tu huevo está fresco?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5722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La prueba del vaso, en 10 segundos.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aso-sinking_r4114800x14630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1463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7720" y="526135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EL TRUCO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5901436"/>
            <a:ext cx="283464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Llena un vaso y echa el huevo.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aso-fresco_r4114800x14630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0"/>
            <a:ext cx="4114800" cy="1463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57885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FRESQUÍSIMO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8936"/>
            <a:ext cx="283464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Se hunde y queda acostado.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aso-parado_r4114800x14630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1463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17720" y="589635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CÓMELO PRONTO 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6536436"/>
            <a:ext cx="283464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Se para de punta.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aso-flota_r4114800x14630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0"/>
            <a:ext cx="4114800" cy="1463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385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NO ARRIESGUES 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3936"/>
            <a:ext cx="283464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Flota.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5371592"/>
            <a:ext cx="6675120" cy="276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Pide huevos recién puestos 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140700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Guarda esta guía · huevera.cl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