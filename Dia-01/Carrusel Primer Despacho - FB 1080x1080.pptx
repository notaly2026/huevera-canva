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HUEVERA.CL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49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00" b="1">
                <a:solidFill>
                  <a:srgbClr val="14181F"/>
                </a:solidFill>
                <a:latin typeface="Bricolage Grotesque"/>
              </a:rPr>
              <a:t>Tu primer despacho va GRATIS 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36968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Sí, leíste bien.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85442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Tu primera caja de huevos llega con despacho en $0.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22605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Sin letra chica.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ASÍ DE FÁCIL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Eliges tu caja y pides en huevera.cl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05427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El envío gratis se aplica solo en tu primera compra.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8:30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CUTOFF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Pídelo antes y te llega el mismo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1821942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Estrena Huevera con tu despacho gratis 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8955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Haz tu 1er pedido en huevera.cl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