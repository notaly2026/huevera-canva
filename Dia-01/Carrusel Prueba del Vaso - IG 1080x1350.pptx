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FRESCURA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77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54936"/>
            <a:ext cx="6675120" cy="524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>
                <a:solidFill>
                  <a:srgbClr val="FFFFFF"/>
                </a:solidFill>
                <a:latin typeface="Bricolage Grotesque"/>
              </a:rPr>
              <a:t>¿Tu huevo está fresco?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4005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La prueba del vaso, en 10 segundos.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aso-sinking_r4114800x10287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7720" y="308965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EL TRUCO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3729736"/>
            <a:ext cx="283464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Llena un vaso y echa el huevo.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aso-fresco_r4114800x10287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0"/>
            <a:ext cx="41148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340715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FRESQUÍSIMO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047236"/>
            <a:ext cx="283464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Se hunde y queda acostado.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aso-parado_r4114800x10287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7720" y="372465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CÓMELO PRONTO 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4364736"/>
            <a:ext cx="283464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Se para de punta.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aso-flota_r4114800x10287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0"/>
            <a:ext cx="41148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04215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NO ARRIESGUES 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682236"/>
            <a:ext cx="283464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Flota.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3199892"/>
            <a:ext cx="6675120" cy="276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Pide huevos recién puestos 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69000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Guarda esta guía · huevera.cl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