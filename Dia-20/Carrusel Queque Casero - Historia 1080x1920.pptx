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q_916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70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Queque casero: el secreto son los huevos frescos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41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Esponjoso y dorado.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Queque esponjoso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651808"/>
            <a:ext cx="5440680" cy="1302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Bate huevos y azúcar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797572"/>
            <a:ext cx="5440680" cy="1145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Hasta que quede pálido y espumoso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995416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99541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6255816"/>
            <a:ext cx="5440680" cy="1302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Suma harina y mantequilla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7401580"/>
            <a:ext cx="5440680" cy="1145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Con movimientos suaves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859942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859942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8859824"/>
            <a:ext cx="5440680" cy="1302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Horno medio ~40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0005588"/>
            <a:ext cx="5440680" cy="1145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Sin abrir la puerta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11203432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1203432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1463832"/>
            <a:ext cx="5440680" cy="1302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Palillo seco = listo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12609596"/>
            <a:ext cx="5440680" cy="1145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Deja enfriar antes de cortar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Huevos frescos = queque más esponjoso.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556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Aportan aire y estructura.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0124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696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Guarda la receta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