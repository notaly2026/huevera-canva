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COMUNIDAD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596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168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Tus reseñas mueven a Huevera 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18121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Mira lo que dicen.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RESEÑA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6675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7000" b="1">
                <a:solidFill>
                  <a:srgbClr val="F5C13F"/>
                </a:solidFill>
                <a:latin typeface="Bricolage Grotesque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Excelentes huevos, llegan fresquísimos y el despacho súper puntual. No vuelvo al súper.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40168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5C13F"/>
                </a:solidFill>
                <a:latin typeface="Hanken Grotesk"/>
              </a:rPr>
              <a:t>★★★★★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8024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— Carolina Méndez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RESEÑA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6675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7000" b="1">
                <a:solidFill>
                  <a:srgbClr val="F5C13F"/>
                </a:solidFill>
                <a:latin typeface="Bricolage Grotesque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6675120" cy="362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Pedí en la mañana y llegó el mismo día. Ni un huevo quebrado. 10/10.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63918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5C13F"/>
                </a:solidFill>
                <a:latin typeface="Hanken Grotesk"/>
              </a:rPr>
              <a:t>★★★★★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0399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— Felipe Rojas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RESEÑA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6675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7000" b="1">
                <a:solidFill>
                  <a:srgbClr val="F5C13F"/>
                </a:solidFill>
                <a:latin typeface="Bricolage Grotesque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6675120" cy="362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La calidad se nota. Cómodo, rápido y buena atención. Recomendado.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63918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5C13F"/>
                </a:solidFill>
                <a:latin typeface="Hanken Grotesk"/>
              </a:rPr>
              <a:t>★★★★★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0399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— Daniela Soto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TU TURNO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120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92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Deja la tuya con foto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Sube tu reseña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