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q_45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70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Queque casero: el secreto son los huevos frescos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41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Esponjoso y dorado.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Queque esponjoso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543223"/>
            <a:ext cx="5440680" cy="75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Bate huevos y azúcar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211213"/>
            <a:ext cx="5440680" cy="667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Hasta que quede pálido y espumoso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909566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0956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061381"/>
            <a:ext cx="5440680" cy="75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Suma harina y mantequilla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729371"/>
            <a:ext cx="5440680" cy="667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Con movimientos suaves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642772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42772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579539"/>
            <a:ext cx="5440680" cy="75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Horno medio ~40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7247529"/>
            <a:ext cx="5440680" cy="667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Sin abrir la puerta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7945882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7945882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8097697"/>
            <a:ext cx="5440680" cy="75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Palillo seco = listo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8765687"/>
            <a:ext cx="5440680" cy="667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Deja enfriar antes de cortar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Huevos frescos = queque más esponjoso.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4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Aportan aire y estructura.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40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979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Guarda la receta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