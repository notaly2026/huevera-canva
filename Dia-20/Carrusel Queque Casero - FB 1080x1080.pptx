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82296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qq_11_du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229600" cy="82296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77240" y="777240"/>
            <a:ext cx="1264158" cy="373380"/>
          </a:xfrm>
          <a:prstGeom prst="roundRect">
            <a:avLst>
              <a:gd name="adj" fmla="val 50000"/>
            </a:avLst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14181F"/>
                </a:solidFill>
                <a:latin typeface="Bricolage Grotesque"/>
              </a:rPr>
              <a:t>RECETAS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35608"/>
            <a:ext cx="6675120" cy="2705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FFFFFF"/>
                </a:solidFill>
                <a:latin typeface="Bricolage Grotesque"/>
              </a:rPr>
              <a:t>Queque casero: el secreto son los huevos frescos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141216"/>
            <a:ext cx="6675120" cy="8356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0">
                <a:solidFill>
                  <a:srgbClr val="FFFFFF"/>
                </a:solidFill>
                <a:latin typeface="Hanken Grotesk"/>
              </a:rPr>
              <a:t>Esponjoso y dorado.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5C13F"/>
                </a:solidFill>
                <a:latin typeface="Bricolage Grotesque"/>
              </a:rPr>
              <a:t>●  </a:t>
            </a:r>
            <a:r>
              <a:rPr sz="1800" b="1">
                <a:solidFill>
                  <a:srgbClr val="FFFFFF"/>
                </a:solidFill>
                <a:latin typeface="Bricolage Grotesque"/>
              </a:rPr>
              <a:t>Huevera   @huevera.cl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66360" y="7223760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Bricolage Grotesque"/>
              </a:rPr>
              <a:t>Desliza →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C1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1767078" cy="373380"/>
          </a:xfrm>
          <a:prstGeom prst="roundRect">
            <a:avLst>
              <a:gd name="adj" fmla="val 50000"/>
            </a:avLst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F5C13F"/>
                </a:solidFill>
                <a:latin typeface="Bricolage Grotesque"/>
              </a:rPr>
              <a:t>PASO A PASO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08760"/>
            <a:ext cx="6675120" cy="156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14181F"/>
                </a:solidFill>
                <a:latin typeface="Bricolage Grotesque"/>
              </a:rPr>
              <a:t>Queque esponjoso</a:t>
            </a:r>
          </a:p>
        </p:txBody>
      </p:sp>
      <p:sp>
        <p:nvSpPr>
          <p:cNvPr id="4" name="Oval 3"/>
          <p:cNvSpPr/>
          <p:nvPr/>
        </p:nvSpPr>
        <p:spPr>
          <a:xfrm>
            <a:off x="777240" y="3391408"/>
            <a:ext cx="820928" cy="820928"/>
          </a:xfrm>
          <a:prstGeom prst="ellipse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3391408"/>
            <a:ext cx="820928" cy="820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F5C13F"/>
                </a:solidFill>
                <a:latin typeface="Bricolage Grotesque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63928" y="3491788"/>
            <a:ext cx="5488432" cy="5019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4181F"/>
                </a:solidFill>
                <a:latin typeface="Bricolage Grotesque"/>
              </a:rPr>
              <a:t>Bate huevos y azúcar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3928" y="3933464"/>
            <a:ext cx="5488432" cy="4416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14181F"/>
                </a:solidFill>
                <a:latin typeface="Hanken Grotesk"/>
              </a:rPr>
              <a:t>Hasta que quede pálido y espumoso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4395216"/>
            <a:ext cx="820928" cy="820928"/>
          </a:xfrm>
          <a:prstGeom prst="ellipse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4395216"/>
            <a:ext cx="820928" cy="820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F5C13F"/>
                </a:solidFill>
                <a:latin typeface="Bricolage Grotesque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3928" y="4495596"/>
            <a:ext cx="5488432" cy="5019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4181F"/>
                </a:solidFill>
                <a:latin typeface="Bricolage Grotesque"/>
              </a:rPr>
              <a:t>Suma harina y mantequilla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3928" y="4937272"/>
            <a:ext cx="5488432" cy="4416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14181F"/>
                </a:solidFill>
                <a:latin typeface="Hanken Grotesk"/>
              </a:rPr>
              <a:t>Con movimientos suaves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5399024"/>
            <a:ext cx="820928" cy="820928"/>
          </a:xfrm>
          <a:prstGeom prst="ellipse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5399024"/>
            <a:ext cx="820928" cy="820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F5C13F"/>
                </a:solidFill>
                <a:latin typeface="Bricolage Grotesque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63928" y="5499404"/>
            <a:ext cx="5488432" cy="5019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4181F"/>
                </a:solidFill>
                <a:latin typeface="Bricolage Grotesque"/>
              </a:rPr>
              <a:t>Horno medio ~40 min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3928" y="5941080"/>
            <a:ext cx="5488432" cy="4416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14181F"/>
                </a:solidFill>
                <a:latin typeface="Hanken Grotesk"/>
              </a:rPr>
              <a:t>Sin abrir la puerta</a:t>
            </a:r>
          </a:p>
        </p:txBody>
      </p:sp>
      <p:sp>
        <p:nvSpPr>
          <p:cNvPr id="16" name="Oval 15"/>
          <p:cNvSpPr/>
          <p:nvPr/>
        </p:nvSpPr>
        <p:spPr>
          <a:xfrm>
            <a:off x="777240" y="6402832"/>
            <a:ext cx="820928" cy="820928"/>
          </a:xfrm>
          <a:prstGeom prst="ellipse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6402832"/>
            <a:ext cx="820928" cy="820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F5C13F"/>
                </a:solidFill>
                <a:latin typeface="Bricolage Grotesque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63928" y="6503212"/>
            <a:ext cx="5488432" cy="5019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4181F"/>
                </a:solidFill>
                <a:latin typeface="Bricolage Grotesque"/>
              </a:rPr>
              <a:t>Palillo seco = listo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3928" y="6944888"/>
            <a:ext cx="5488432" cy="4416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14181F"/>
                </a:solidFill>
                <a:latin typeface="Hanken Grotesk"/>
              </a:rPr>
              <a:t>Deja enfriar antes de cortar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1641348" cy="373380"/>
          </a:xfrm>
          <a:prstGeom prst="roundRect">
            <a:avLst>
              <a:gd name="adj" fmla="val 50000"/>
            </a:avLst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14181F"/>
                </a:solidFill>
                <a:latin typeface="Bricolage Grotesque"/>
              </a:rPr>
              <a:t>EL SECRETO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685036"/>
            <a:ext cx="1371600" cy="146304"/>
          </a:xfrm>
          <a:prstGeom prst="rect">
            <a:avLst/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142236"/>
            <a:ext cx="6675120" cy="3213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>
                <a:solidFill>
                  <a:srgbClr val="FFFFFF"/>
                </a:solidFill>
                <a:latin typeface="Bricolage Grotesque"/>
              </a:rPr>
              <a:t>Huevos frescos = queque más esponjoso.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355844"/>
            <a:ext cx="6675120" cy="1118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FFFFFF"/>
                </a:solidFill>
                <a:latin typeface="Hanken Grotesk"/>
              </a:rPr>
              <a:t>Aportan aire y estructura.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5C13F"/>
                </a:solidFill>
                <a:latin typeface="Bricolage Grotesque"/>
              </a:rPr>
              <a:t>●  </a:t>
            </a:r>
            <a:r>
              <a:rPr sz="1800" b="1">
                <a:solidFill>
                  <a:srgbClr val="FFFFFF"/>
                </a:solidFill>
                <a:latin typeface="Bricolage Grotesque"/>
              </a:rPr>
              <a:t>Huevera   @huevera.cl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C1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1389888" cy="373380"/>
          </a:xfrm>
          <a:prstGeom prst="roundRect">
            <a:avLst>
              <a:gd name="adj" fmla="val 50000"/>
            </a:avLst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F5C13F"/>
                </a:solidFill>
                <a:latin typeface="Bricolage Grotesque"/>
              </a:rPr>
              <a:t>GUÁRDALA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812036"/>
            <a:ext cx="1371600" cy="146304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269236"/>
            <a:ext cx="6675120" cy="29596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600" b="1">
                <a:solidFill>
                  <a:srgbClr val="14181F"/>
                </a:solidFill>
                <a:latin typeface="Bricolage Grotesque"/>
              </a:rPr>
              <a:t>Guarda la receta 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355081"/>
            <a:ext cx="6675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4181F"/>
                </a:solidFill>
                <a:latin typeface="Bricolage Grotesque"/>
              </a:rPr>
              <a:t>Tus huevos frescos en huevera.cl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4181F"/>
                </a:solidFill>
                <a:latin typeface="Bricolage Grotesque"/>
              </a:rPr>
              <a:t>●  </a:t>
            </a:r>
            <a:r>
              <a:rPr sz="1800" b="1">
                <a:solidFill>
                  <a:srgbClr val="14181F"/>
                </a:solidFill>
                <a:latin typeface="Bricolage Grotesque"/>
              </a:rPr>
              <a:t>Huevera   @huevera.cl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