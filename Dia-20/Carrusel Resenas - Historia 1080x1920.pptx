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COMUNIDAD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506006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517261"/>
            <a:ext cx="6675120" cy="2864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4181F"/>
                </a:solidFill>
                <a:latin typeface="Bricolage Grotesque"/>
              </a:rPr>
              <a:t>Tus reseñas mueven a Huevera 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381619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Mira lo que dicen.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136245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RESEÑA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65960"/>
            <a:ext cx="6675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17000" b="1">
                <a:solidFill>
                  <a:srgbClr val="F5C13F"/>
                </a:solidFill>
                <a:latin typeface="Bricolage Grotesque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108960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Excelentes huevos, llegan fresquísimos y el despacho súper puntual. No vuelvo al súper.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40168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F5C13F"/>
                </a:solidFill>
                <a:latin typeface="Hanken Grotesk"/>
              </a:rPr>
              <a:t>★★★★★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080248"/>
            <a:ext cx="6675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— Carolina Méndez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RESEÑA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65960"/>
            <a:ext cx="6675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17000" b="1">
                <a:solidFill>
                  <a:srgbClr val="F5C13F"/>
                </a:solidFill>
                <a:latin typeface="Bricolage Grotesque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108960"/>
            <a:ext cx="6675120" cy="3626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14181F"/>
                </a:solidFill>
                <a:latin typeface="Bricolage Grotesque"/>
              </a:rPr>
              <a:t>Pedí en la mañana y llegó el mismo día. Ni un huevo quebrado. 10/10.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63918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F5C13F"/>
                </a:solidFill>
                <a:latin typeface="Hanken Grotesk"/>
              </a:rPr>
              <a:t>★★★★★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603998"/>
            <a:ext cx="6675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14181F"/>
                </a:solidFill>
                <a:latin typeface="Hanken Grotesk"/>
              </a:rPr>
              <a:t>— Felipe Rojas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RESEÑA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65960"/>
            <a:ext cx="6675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0000"/>
              </a:lnSpc>
            </a:pPr>
            <a:r>
              <a:rPr sz="17000" b="1">
                <a:solidFill>
                  <a:srgbClr val="F5C13F"/>
                </a:solidFill>
                <a:latin typeface="Bricolage Grotesque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108960"/>
            <a:ext cx="6675120" cy="3626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FFFFFF"/>
                </a:solidFill>
                <a:latin typeface="Bricolage Grotesque"/>
              </a:rPr>
              <a:t>La calidad se nota. Cómodo, rápido y buena atención. Recomendado.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63918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F5C13F"/>
                </a:solidFill>
                <a:latin typeface="Hanken Grotesk"/>
              </a:rPr>
              <a:t>★★★★★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603998"/>
            <a:ext cx="6675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— Daniela Soto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TU TURNO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50124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69636"/>
            <a:ext cx="6675120" cy="2959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14181F"/>
                </a:solidFill>
                <a:latin typeface="Bricolage Grotesque"/>
              </a:rPr>
              <a:t>Deja la tuya con foto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7558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Sube tu reseña en huevera.cl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