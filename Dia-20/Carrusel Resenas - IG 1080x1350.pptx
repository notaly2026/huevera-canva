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Tus reseñas mueven a Huevera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0991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Mira lo que dicen.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Excelentes huevos, llegan fresquísimos y el despacho súper puntual. No vuelvo al súper.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4016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8024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Carolina Méndez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Pedí en la mañana y llegó el mismo día. Ni un huevo quebrado. 10/10.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— Felipe Rojas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La calidad se nota. Cómodo, rápido y buena atención. Recomendado.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Daniela Soto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TURNO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40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979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Deja la tuya con foto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Sube tu reseña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