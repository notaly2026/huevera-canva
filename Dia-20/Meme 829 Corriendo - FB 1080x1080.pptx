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POV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850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422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Yo a las 8:29 AM corriendo a pedir pa que llegue hoy 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558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El cutoff es a las 8:30. Cada segundo cuenta. 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