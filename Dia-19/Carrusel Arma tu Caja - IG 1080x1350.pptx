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_45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Arma tu caja antes del finde largo 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33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Que no falte el huevo el feriado.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EN 3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Arma la tuya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593829"/>
            <a:ext cx="5440680" cy="10121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Elige tu caja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484481"/>
            <a:ext cx="5440680" cy="890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Super Blanco (100) o Extra (180)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41561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41561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618039"/>
            <a:ext cx="5440680" cy="10121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Suma Palta Hass 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508691"/>
            <a:ext cx="5440680" cy="890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El combo perfecto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7439829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7439829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7642250"/>
            <a:ext cx="5440680" cy="10121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Pide antes de las 8:30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8532902"/>
            <a:ext cx="5440680" cy="890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Pa que llegue hoy, antes del finde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FINDE LARGO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3 días sin tener que salir a comprar huevos.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PÍDELA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8883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455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Pídela hoy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Pa tenerla lista pal finde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