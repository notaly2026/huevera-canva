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_916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Arma tu caja antes del finde largo 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3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Que no falte el huevo el feriado.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EN 3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Arma la tuya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738609"/>
            <a:ext cx="5440680" cy="17360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Elige tu caja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266293"/>
            <a:ext cx="5440680" cy="1527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Super Blanco (100) o Extra (180)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686341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86341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7210619"/>
            <a:ext cx="5440680" cy="17360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Suma Palta Hass 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8738303"/>
            <a:ext cx="5440680" cy="1527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El combo perfecto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10335429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033542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0682630"/>
            <a:ext cx="5440680" cy="17360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Pide antes de las 8:30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2210314"/>
            <a:ext cx="5440680" cy="1527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 que llegue hoy, antes del finde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FINDE LARGO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3 días sin tener que salir a comprar huevos.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PÍDELA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0600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5172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Pídela hoy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Pa tenerla lista pal finde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