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DOBLE YEMA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¿Suerte, defecto o normal?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204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Spoiler: normal. Pasa más en gallinas jóvenes — dos yemas en un huevo, inofensivo (y dicen que trae suerte 🍀).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Comenta si te ha tocado una 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