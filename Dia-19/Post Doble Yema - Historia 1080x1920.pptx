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164134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DOBLE YEMA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47088"/>
            <a:ext cx="6675120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F5C13F"/>
                </a:solidFill>
                <a:latin typeface="Bricolage Grotesque"/>
              </a:rP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938015"/>
            <a:ext cx="155448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395215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Bricolage Grotesque"/>
              </a:rPr>
              <a:t>¿Suerte, defecto o normal?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783322"/>
            <a:ext cx="6675120" cy="2042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Hanken Grotesk"/>
              </a:rPr>
              <a:t>Spoiler: normal. Pasa más en gallinas jóvenes — dos yemas en un huevo, inofensivo (y dicen que trae suerte 🍀).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755881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Bricolage Grotesque"/>
              </a:rPr>
              <a:t>Comenta si te ha tocado una 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