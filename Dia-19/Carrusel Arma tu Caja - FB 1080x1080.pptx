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c_11_du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29600" cy="82296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PRODUCTO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Arma tu caja antes del finde largo 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33216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Que no falte el huevo el feriado.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72237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EN 3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4181F"/>
                </a:solidFill>
                <a:latin typeface="Bricolage Grotesque"/>
              </a:rPr>
              <a:t>Arma la tuya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3391408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391408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525249"/>
            <a:ext cx="5440680" cy="669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Elige tu caja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114149"/>
            <a:ext cx="5440680" cy="588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Super Blanco (100) o Extra (180)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4729818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29818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863659"/>
            <a:ext cx="5440680" cy="669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Suma Palta Hass 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5452559"/>
            <a:ext cx="5440680" cy="588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El combo perfecto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6068229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068229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6202070"/>
            <a:ext cx="5440680" cy="669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Pide antes de las 8:30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6790970"/>
            <a:ext cx="5440680" cy="588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Pa que llegue hoy, antes del finde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FINDE LARGO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6850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42236"/>
            <a:ext cx="6675120" cy="321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Bricolage Grotesque"/>
              </a:rPr>
              <a:t>3 días sin tener que salir a comprar huevos.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PÍDELA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859661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16861"/>
            <a:ext cx="6675120" cy="2864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4181F"/>
                </a:solidFill>
                <a:latin typeface="Bricolage Grotesque"/>
              </a:rPr>
              <a:t>Pídela hoy en huevera.cl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Pa tenerla lista pal finde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