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8:30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DESPACHO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Pide antes y te llega el MISMO día.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156448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Después → al día hábil siguiente.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